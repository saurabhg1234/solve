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92EA-6C26-3597-D1C6-CE1D3D648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0630C-8079-D68D-E007-364EF72CA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29248-9E82-8FD6-F9E7-AB3688A3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D199A-8390-E724-5DF7-3DE9E635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4F3F0-BAAA-61A4-7B0F-984FAC56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14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06D7-DAFD-AB27-0BD2-0FFD7CB4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28118-2A0A-071A-D821-2D3820164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E7853-0622-5361-6ECE-2867B18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0747-E8DF-3756-979E-34B009C4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1C784-B817-6878-D7EB-3EB20091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2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38D3-A5D2-F916-F0FE-4F61C1CD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BA10F-6226-F613-519D-3E842A0AE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AAD32-257D-CFB2-FDD5-3C73DA4B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D7940-BFE6-0EEE-15C6-8105A9712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25730-7F5F-EA5A-1D84-902798AC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04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7B41-AA87-B7E1-E9BB-DDEB9BA8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D1AE2-F563-08A7-5376-B63D451F3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7DFF-D18A-21E7-985A-590E74A6C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7623B-0F8F-68E3-3115-1FAD890A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347A3-A54E-0E60-2741-CC936CF26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CDB02-ABDA-7B05-31F7-7D8E6400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3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9B92-6CE5-ADD1-2E78-286DC6AC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D6B1F-27E0-D78F-B8E6-9009A876C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7D562-3F6C-E87E-D638-0C1F7C30F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C65F7-F8D9-9D34-840A-E33B7EE12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44D85-7F2A-ED7C-43C3-DD7396681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49A2D8-9614-9E92-C7CB-884C49B8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EF3C68-D911-99A3-1B54-C25CBDC4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B7F7F-ED13-CF14-62D5-7BB55619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82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FF90-55F0-6BA7-D057-D8FE19F4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59B62-649A-325B-8F49-AACE9D72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DCD0D-666D-2AA1-977A-02A8DF3E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1B775-E1EF-A0C0-98A5-3208EC3E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50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791DC-68E9-480D-C294-6C7EB82BE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8BA88-05C8-3718-E3F4-E99FAB6C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BACE0-0145-4E5A-3063-531DE441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4F0D-3537-3CDA-9DFF-05D70322E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7F0C-2717-00F7-5C5F-B84B018CF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3A082-6F06-8DAE-30B7-2379B694C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DA7BD-7E77-0013-079E-5FAC4D186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F91EC-E3FA-15DA-8510-33AE415B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9A9C-E2A7-C1C6-FDE4-0C02BC60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97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54A1-36F1-1061-B4DC-07C52C7F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D38F9-6FD7-E267-068E-27F8D8365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8B854-7B26-8C4D-4F68-0253B25BD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54C6E-325F-D975-12CE-7A3259FC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32E9-E07E-2F1C-DEBA-C702A7E9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FFAA7-6394-9D76-B329-83AF928E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97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ED01-CA2C-1304-C17B-1AAE680D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74F21-BD5F-545E-59C7-50C717CD0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7D33F-691C-EC69-86EA-D84D8A3B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49ACF-54CE-E404-FADC-7EBA32E7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9833D-7B6C-6E5D-0548-E1BEBD0C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0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37D92-6496-2866-B71C-42A745585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D66D2-8C28-D765-2BFF-600835067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A6F2B-8D83-993E-D978-97089D96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5B7A4-60B2-84BE-9211-BDEB79C5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E3F41-DD3C-BD57-8A09-678D0CE0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7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55E3D-10B5-DD95-E8B4-FEA2BF9A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3DB12-E79F-B701-8D6A-2881937D8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858D0-D46A-236F-CC63-F0D5E5B86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477F9-E87A-486D-9581-43EBB3E8FD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6F37C-EED7-1062-F25E-5EDD1E18A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8929C-71E7-6186-4B2B-22C5AC32F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776E6-AE15-4E2C-AAC3-E6DBC35CF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2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E835F9AE-176A-71EA-B4BA-155C7C35D4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" t="26836" r="1082" b="8011"/>
          <a:stretch>
            <a:fillRect/>
          </a:stretch>
        </p:blipFill>
        <p:spPr>
          <a:xfrm>
            <a:off x="4686723" y="2017382"/>
            <a:ext cx="2817296" cy="2817296"/>
          </a:xfrm>
          <a:prstGeom prst="ellipse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4E83C631-F7F7-00F2-4273-476EDFEB954E}"/>
              </a:ext>
            </a:extLst>
          </p:cNvPr>
          <p:cNvSpPr/>
          <p:nvPr/>
        </p:nvSpPr>
        <p:spPr>
          <a:xfrm>
            <a:off x="4685105" y="2023618"/>
            <a:ext cx="2817296" cy="2796546"/>
          </a:xfrm>
          <a:prstGeom prst="ellipse">
            <a:avLst/>
          </a:prstGeom>
          <a:solidFill>
            <a:srgbClr val="2562E8">
              <a:alpha val="81000"/>
            </a:srgbClr>
          </a:solidFill>
          <a:ln w="57150">
            <a:solidFill>
              <a:srgbClr val="3EA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59FA784-0B05-022C-EFD2-466A0BEA1601}"/>
              </a:ext>
            </a:extLst>
          </p:cNvPr>
          <p:cNvGrpSpPr/>
          <p:nvPr/>
        </p:nvGrpSpPr>
        <p:grpSpPr>
          <a:xfrm>
            <a:off x="3686659" y="1020994"/>
            <a:ext cx="4818680" cy="4816012"/>
            <a:chOff x="10737300" y="1054760"/>
            <a:chExt cx="5233384" cy="523048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3C80E62-7B5E-BCE7-B3F4-5C3FE3136FA8}"/>
                </a:ext>
              </a:extLst>
            </p:cNvPr>
            <p:cNvSpPr/>
            <p:nvPr/>
          </p:nvSpPr>
          <p:spPr>
            <a:xfrm>
              <a:off x="10738259" y="2265836"/>
              <a:ext cx="1088296" cy="2804999"/>
            </a:xfrm>
            <a:custGeom>
              <a:avLst/>
              <a:gdLst>
                <a:gd name="csX0" fmla="*/ 190738 w 1088296"/>
                <a:gd name="csY0" fmla="*/ 1755742 h 2804999"/>
                <a:gd name="csX1" fmla="*/ 260878 w 1088296"/>
                <a:gd name="csY1" fmla="*/ 1406944 h 2804999"/>
                <a:gd name="csX2" fmla="*/ 189469 w 1088296"/>
                <a:gd name="csY2" fmla="*/ 1046719 h 2804999"/>
                <a:gd name="csX3" fmla="*/ 952 w 1088296"/>
                <a:gd name="csY3" fmla="*/ 576681 h 2804999"/>
                <a:gd name="csX4" fmla="*/ 317 w 1088296"/>
                <a:gd name="csY4" fmla="*/ 566531 h 2804999"/>
                <a:gd name="csX5" fmla="*/ 317 w 1088296"/>
                <a:gd name="csY5" fmla="*/ 561764 h 2804999"/>
                <a:gd name="csX6" fmla="*/ 0 w 1088296"/>
                <a:gd name="csY6" fmla="*/ 544311 h 2804999"/>
                <a:gd name="csX7" fmla="*/ 0 w 1088296"/>
                <a:gd name="csY7" fmla="*/ 544311 h 2804999"/>
                <a:gd name="csX8" fmla="*/ 0 w 1088296"/>
                <a:gd name="csY8" fmla="*/ 544311 h 2804999"/>
                <a:gd name="csX9" fmla="*/ 0 w 1088296"/>
                <a:gd name="csY9" fmla="*/ 530346 h 2804999"/>
                <a:gd name="csX10" fmla="*/ 0 w 1088296"/>
                <a:gd name="csY10" fmla="*/ 530346 h 2804999"/>
                <a:gd name="csX11" fmla="*/ 634 w 1088296"/>
                <a:gd name="csY11" fmla="*/ 516690 h 2804999"/>
                <a:gd name="csX12" fmla="*/ 634 w 1088296"/>
                <a:gd name="csY12" fmla="*/ 516690 h 2804999"/>
                <a:gd name="csX13" fmla="*/ 1586 w 1088296"/>
                <a:gd name="csY13" fmla="*/ 503043 h 2804999"/>
                <a:gd name="csX14" fmla="*/ 1586 w 1088296"/>
                <a:gd name="csY14" fmla="*/ 503043 h 2804999"/>
                <a:gd name="csX15" fmla="*/ 2529 w 1088296"/>
                <a:gd name="csY15" fmla="*/ 489396 h 2804999"/>
                <a:gd name="csX16" fmla="*/ 2529 w 1088296"/>
                <a:gd name="csY16" fmla="*/ 489396 h 2804999"/>
                <a:gd name="csX17" fmla="*/ 4123 w 1088296"/>
                <a:gd name="csY17" fmla="*/ 476057 h 2804999"/>
                <a:gd name="csX18" fmla="*/ 4123 w 1088296"/>
                <a:gd name="csY18" fmla="*/ 476057 h 2804999"/>
                <a:gd name="csX19" fmla="*/ 6035 w 1088296"/>
                <a:gd name="csY19" fmla="*/ 462727 h 2804999"/>
                <a:gd name="csX20" fmla="*/ 6035 w 1088296"/>
                <a:gd name="csY20" fmla="*/ 462727 h 2804999"/>
                <a:gd name="csX21" fmla="*/ 8255 w 1088296"/>
                <a:gd name="csY21" fmla="*/ 449396 h 2804999"/>
                <a:gd name="csX22" fmla="*/ 8255 w 1088296"/>
                <a:gd name="csY22" fmla="*/ 449396 h 2804999"/>
                <a:gd name="csX23" fmla="*/ 10793 w 1088296"/>
                <a:gd name="csY23" fmla="*/ 436383 h 2804999"/>
                <a:gd name="csX24" fmla="*/ 10793 w 1088296"/>
                <a:gd name="csY24" fmla="*/ 436383 h 2804999"/>
                <a:gd name="csX25" fmla="*/ 13330 w 1088296"/>
                <a:gd name="csY25" fmla="*/ 423044 h 2804999"/>
                <a:gd name="csX26" fmla="*/ 13330 w 1088296"/>
                <a:gd name="csY26" fmla="*/ 423044 h 2804999"/>
                <a:gd name="csX27" fmla="*/ 16502 w 1088296"/>
                <a:gd name="csY27" fmla="*/ 410357 h 2804999"/>
                <a:gd name="csX28" fmla="*/ 16502 w 1088296"/>
                <a:gd name="csY28" fmla="*/ 410357 h 2804999"/>
                <a:gd name="csX29" fmla="*/ 19991 w 1088296"/>
                <a:gd name="csY29" fmla="*/ 397344 h 2804999"/>
                <a:gd name="csX30" fmla="*/ 19991 w 1088296"/>
                <a:gd name="csY30" fmla="*/ 397344 h 2804999"/>
                <a:gd name="csX31" fmla="*/ 27612 w 1088296"/>
                <a:gd name="csY31" fmla="*/ 371952 h 2804999"/>
                <a:gd name="csX32" fmla="*/ 27929 w 1088296"/>
                <a:gd name="csY32" fmla="*/ 371952 h 2804999"/>
                <a:gd name="csX33" fmla="*/ 392278 w 1088296"/>
                <a:gd name="csY33" fmla="*/ 21260 h 2804999"/>
                <a:gd name="csX34" fmla="*/ 392595 w 1088296"/>
                <a:gd name="csY34" fmla="*/ 21260 h 2804999"/>
                <a:gd name="csX35" fmla="*/ 432268 w 1088296"/>
                <a:gd name="csY35" fmla="*/ 11419 h 2804999"/>
                <a:gd name="csX36" fmla="*/ 432268 w 1088296"/>
                <a:gd name="csY36" fmla="*/ 11419 h 2804999"/>
                <a:gd name="csX37" fmla="*/ 445916 w 1088296"/>
                <a:gd name="csY37" fmla="*/ 8881 h 2804999"/>
                <a:gd name="csX38" fmla="*/ 445916 w 1088296"/>
                <a:gd name="csY38" fmla="*/ 8881 h 2804999"/>
                <a:gd name="csX39" fmla="*/ 459563 w 1088296"/>
                <a:gd name="csY39" fmla="*/ 6335 h 2804999"/>
                <a:gd name="csX40" fmla="*/ 459563 w 1088296"/>
                <a:gd name="csY40" fmla="*/ 6335 h 2804999"/>
                <a:gd name="csX41" fmla="*/ 487175 w 1088296"/>
                <a:gd name="csY41" fmla="*/ 2855 h 2804999"/>
                <a:gd name="csX42" fmla="*/ 487175 w 1088296"/>
                <a:gd name="csY42" fmla="*/ 2855 h 2804999"/>
                <a:gd name="csX43" fmla="*/ 501140 w 1088296"/>
                <a:gd name="csY43" fmla="*/ 1586 h 2804999"/>
                <a:gd name="csX44" fmla="*/ 501140 w 1088296"/>
                <a:gd name="csY44" fmla="*/ 1586 h 2804999"/>
                <a:gd name="csX45" fmla="*/ 529703 w 1088296"/>
                <a:gd name="csY45" fmla="*/ 317 h 2804999"/>
                <a:gd name="csX46" fmla="*/ 529703 w 1088296"/>
                <a:gd name="csY46" fmla="*/ 317 h 2804999"/>
                <a:gd name="csX47" fmla="*/ 543985 w 1088296"/>
                <a:gd name="csY47" fmla="*/ 0 h 2804999"/>
                <a:gd name="csX48" fmla="*/ 543985 w 1088296"/>
                <a:gd name="csY48" fmla="*/ 0 h 2804999"/>
                <a:gd name="csX49" fmla="*/ 558267 w 1088296"/>
                <a:gd name="csY49" fmla="*/ 317 h 2804999"/>
                <a:gd name="csX50" fmla="*/ 558267 w 1088296"/>
                <a:gd name="csY50" fmla="*/ 317 h 2804999"/>
                <a:gd name="csX51" fmla="*/ 586839 w 1088296"/>
                <a:gd name="csY51" fmla="*/ 1586 h 2804999"/>
                <a:gd name="csX52" fmla="*/ 586839 w 1088296"/>
                <a:gd name="csY52" fmla="*/ 1586 h 2804999"/>
                <a:gd name="csX53" fmla="*/ 600795 w 1088296"/>
                <a:gd name="csY53" fmla="*/ 2855 h 2804999"/>
                <a:gd name="csX54" fmla="*/ 600795 w 1088296"/>
                <a:gd name="csY54" fmla="*/ 2855 h 2804999"/>
                <a:gd name="csX55" fmla="*/ 628733 w 1088296"/>
                <a:gd name="csY55" fmla="*/ 6335 h 2804999"/>
                <a:gd name="csX56" fmla="*/ 628733 w 1088296"/>
                <a:gd name="csY56" fmla="*/ 6335 h 2804999"/>
                <a:gd name="csX57" fmla="*/ 642380 w 1088296"/>
                <a:gd name="csY57" fmla="*/ 8881 h 2804999"/>
                <a:gd name="csX58" fmla="*/ 642380 w 1088296"/>
                <a:gd name="csY58" fmla="*/ 8881 h 2804999"/>
                <a:gd name="csX59" fmla="*/ 655711 w 1088296"/>
                <a:gd name="csY59" fmla="*/ 11419 h 2804999"/>
                <a:gd name="csX60" fmla="*/ 655711 w 1088296"/>
                <a:gd name="csY60" fmla="*/ 11419 h 2804999"/>
                <a:gd name="csX61" fmla="*/ 695701 w 1088296"/>
                <a:gd name="csY61" fmla="*/ 21260 h 2804999"/>
                <a:gd name="csX62" fmla="*/ 695701 w 1088296"/>
                <a:gd name="csY62" fmla="*/ 21260 h 2804999"/>
                <a:gd name="csX63" fmla="*/ 1060367 w 1088296"/>
                <a:gd name="csY63" fmla="*/ 371952 h 2804999"/>
                <a:gd name="csX64" fmla="*/ 1060367 w 1088296"/>
                <a:gd name="csY64" fmla="*/ 371952 h 2804999"/>
                <a:gd name="csX65" fmla="*/ 1067988 w 1088296"/>
                <a:gd name="csY65" fmla="*/ 397344 h 2804999"/>
                <a:gd name="csX66" fmla="*/ 1067988 w 1088296"/>
                <a:gd name="csY66" fmla="*/ 397344 h 2804999"/>
                <a:gd name="csX67" fmla="*/ 1071468 w 1088296"/>
                <a:gd name="csY67" fmla="*/ 410357 h 2804999"/>
                <a:gd name="csX68" fmla="*/ 1071468 w 1088296"/>
                <a:gd name="csY68" fmla="*/ 410357 h 2804999"/>
                <a:gd name="csX69" fmla="*/ 1074649 w 1088296"/>
                <a:gd name="csY69" fmla="*/ 423044 h 2804999"/>
                <a:gd name="csX70" fmla="*/ 1074649 w 1088296"/>
                <a:gd name="csY70" fmla="*/ 423044 h 2804999"/>
                <a:gd name="csX71" fmla="*/ 1077495 w 1088296"/>
                <a:gd name="csY71" fmla="*/ 436383 h 2804999"/>
                <a:gd name="csX72" fmla="*/ 1077495 w 1088296"/>
                <a:gd name="csY72" fmla="*/ 436383 h 2804999"/>
                <a:gd name="csX73" fmla="*/ 1079724 w 1088296"/>
                <a:gd name="csY73" fmla="*/ 449396 h 2804999"/>
                <a:gd name="csX74" fmla="*/ 1079724 w 1088296"/>
                <a:gd name="csY74" fmla="*/ 449396 h 2804999"/>
                <a:gd name="csX75" fmla="*/ 1081944 w 1088296"/>
                <a:gd name="csY75" fmla="*/ 462727 h 2804999"/>
                <a:gd name="csX76" fmla="*/ 1081944 w 1088296"/>
                <a:gd name="csY76" fmla="*/ 462727 h 2804999"/>
                <a:gd name="csX77" fmla="*/ 1083856 w 1088296"/>
                <a:gd name="csY77" fmla="*/ 476057 h 2804999"/>
                <a:gd name="csX78" fmla="*/ 1083856 w 1088296"/>
                <a:gd name="csY78" fmla="*/ 476057 h 2804999"/>
                <a:gd name="csX79" fmla="*/ 1085450 w 1088296"/>
                <a:gd name="csY79" fmla="*/ 489396 h 2804999"/>
                <a:gd name="csX80" fmla="*/ 1085450 w 1088296"/>
                <a:gd name="csY80" fmla="*/ 489396 h 2804999"/>
                <a:gd name="csX81" fmla="*/ 1086710 w 1088296"/>
                <a:gd name="csY81" fmla="*/ 503043 h 2804999"/>
                <a:gd name="csX82" fmla="*/ 1086710 w 1088296"/>
                <a:gd name="csY82" fmla="*/ 503043 h 2804999"/>
                <a:gd name="csX83" fmla="*/ 1087344 w 1088296"/>
                <a:gd name="csY83" fmla="*/ 516690 h 2804999"/>
                <a:gd name="csX84" fmla="*/ 1087344 w 1088296"/>
                <a:gd name="csY84" fmla="*/ 516690 h 2804999"/>
                <a:gd name="csX85" fmla="*/ 1087979 w 1088296"/>
                <a:gd name="csY85" fmla="*/ 530346 h 2804999"/>
                <a:gd name="csX86" fmla="*/ 1087979 w 1088296"/>
                <a:gd name="csY86" fmla="*/ 530346 h 2804999"/>
                <a:gd name="csX87" fmla="*/ 1088296 w 1088296"/>
                <a:gd name="csY87" fmla="*/ 544311 h 2804999"/>
                <a:gd name="csX88" fmla="*/ 1088296 w 1088296"/>
                <a:gd name="csY88" fmla="*/ 544311 h 2804999"/>
                <a:gd name="csX89" fmla="*/ 1087979 w 1088296"/>
                <a:gd name="csY89" fmla="*/ 547157 h 2804999"/>
                <a:gd name="csX90" fmla="*/ 1087979 w 1088296"/>
                <a:gd name="csY90" fmla="*/ 552558 h 2804999"/>
                <a:gd name="csX91" fmla="*/ 1087979 w 1088296"/>
                <a:gd name="csY91" fmla="*/ 559870 h 2804999"/>
                <a:gd name="csX92" fmla="*/ 1087979 w 1088296"/>
                <a:gd name="csY92" fmla="*/ 559870 h 2804999"/>
                <a:gd name="csX93" fmla="*/ 898501 w 1088296"/>
                <a:gd name="csY93" fmla="*/ 1046719 h 2804999"/>
                <a:gd name="csX94" fmla="*/ 827092 w 1088296"/>
                <a:gd name="csY94" fmla="*/ 1405667 h 2804999"/>
                <a:gd name="csX95" fmla="*/ 897232 w 1088296"/>
                <a:gd name="csY95" fmla="*/ 1755734 h 2804999"/>
                <a:gd name="csX96" fmla="*/ 1087344 w 1088296"/>
                <a:gd name="csY96" fmla="*/ 2228627 h 2804999"/>
                <a:gd name="csX97" fmla="*/ 1087662 w 1088296"/>
                <a:gd name="csY97" fmla="*/ 2238777 h 2804999"/>
                <a:gd name="csX98" fmla="*/ 1087979 w 1088296"/>
                <a:gd name="csY98" fmla="*/ 2243552 h 2804999"/>
                <a:gd name="csX99" fmla="*/ 1087979 w 1088296"/>
                <a:gd name="csY99" fmla="*/ 2260680 h 2804999"/>
                <a:gd name="csX100" fmla="*/ 1088296 w 1088296"/>
                <a:gd name="csY100" fmla="*/ 2260997 h 2804999"/>
                <a:gd name="csX101" fmla="*/ 1088296 w 1088296"/>
                <a:gd name="csY101" fmla="*/ 2260997 h 2804999"/>
                <a:gd name="csX102" fmla="*/ 1087979 w 1088296"/>
                <a:gd name="csY102" fmla="*/ 2274644 h 2804999"/>
                <a:gd name="csX103" fmla="*/ 1087979 w 1088296"/>
                <a:gd name="csY103" fmla="*/ 2274644 h 2804999"/>
                <a:gd name="csX104" fmla="*/ 1087344 w 1088296"/>
                <a:gd name="csY104" fmla="*/ 2288292 h 2804999"/>
                <a:gd name="csX105" fmla="*/ 1087344 w 1088296"/>
                <a:gd name="csY105" fmla="*/ 2288292 h 2804999"/>
                <a:gd name="csX106" fmla="*/ 1086710 w 1088296"/>
                <a:gd name="csY106" fmla="*/ 2301939 h 2804999"/>
                <a:gd name="csX107" fmla="*/ 1086710 w 1088296"/>
                <a:gd name="csY107" fmla="*/ 2301939 h 2804999"/>
                <a:gd name="csX108" fmla="*/ 1085450 w 1088296"/>
                <a:gd name="csY108" fmla="*/ 2315587 h 2804999"/>
                <a:gd name="csX109" fmla="*/ 1085450 w 1088296"/>
                <a:gd name="csY109" fmla="*/ 2315587 h 2804999"/>
                <a:gd name="csX110" fmla="*/ 1083856 w 1088296"/>
                <a:gd name="csY110" fmla="*/ 2328917 h 2804999"/>
                <a:gd name="csX111" fmla="*/ 1083856 w 1088296"/>
                <a:gd name="csY111" fmla="*/ 2328917 h 2804999"/>
                <a:gd name="csX112" fmla="*/ 1081944 w 1088296"/>
                <a:gd name="csY112" fmla="*/ 2342582 h 2804999"/>
                <a:gd name="csX113" fmla="*/ 1081944 w 1088296"/>
                <a:gd name="csY113" fmla="*/ 2342582 h 2804999"/>
                <a:gd name="csX114" fmla="*/ 1079724 w 1088296"/>
                <a:gd name="csY114" fmla="*/ 2355577 h 2804999"/>
                <a:gd name="csX115" fmla="*/ 1079724 w 1088296"/>
                <a:gd name="csY115" fmla="*/ 2355577 h 2804999"/>
                <a:gd name="csX116" fmla="*/ 1077495 w 1088296"/>
                <a:gd name="csY116" fmla="*/ 2368908 h 2804999"/>
                <a:gd name="csX117" fmla="*/ 1077495 w 1088296"/>
                <a:gd name="csY117" fmla="*/ 2368908 h 2804999"/>
                <a:gd name="csX118" fmla="*/ 1074649 w 1088296"/>
                <a:gd name="csY118" fmla="*/ 2381938 h 2804999"/>
                <a:gd name="csX119" fmla="*/ 1074649 w 1088296"/>
                <a:gd name="csY119" fmla="*/ 2381938 h 2804999"/>
                <a:gd name="csX120" fmla="*/ 1071468 w 1088296"/>
                <a:gd name="csY120" fmla="*/ 2394959 h 2804999"/>
                <a:gd name="csX121" fmla="*/ 1071468 w 1088296"/>
                <a:gd name="csY121" fmla="*/ 2394959 h 2804999"/>
                <a:gd name="csX122" fmla="*/ 1067988 w 1088296"/>
                <a:gd name="csY122" fmla="*/ 2407655 h 2804999"/>
                <a:gd name="csX123" fmla="*/ 1067988 w 1088296"/>
                <a:gd name="csY123" fmla="*/ 2407655 h 2804999"/>
                <a:gd name="csX124" fmla="*/ 1060367 w 1088296"/>
                <a:gd name="csY124" fmla="*/ 2433039 h 2804999"/>
                <a:gd name="csX125" fmla="*/ 1060367 w 1088296"/>
                <a:gd name="csY125" fmla="*/ 2433039 h 2804999"/>
                <a:gd name="csX126" fmla="*/ 695701 w 1088296"/>
                <a:gd name="csY126" fmla="*/ 2784040 h 2804999"/>
                <a:gd name="csX127" fmla="*/ 695701 w 1088296"/>
                <a:gd name="csY127" fmla="*/ 2784040 h 2804999"/>
                <a:gd name="csX128" fmla="*/ 655711 w 1088296"/>
                <a:gd name="csY128" fmla="*/ 2793881 h 2804999"/>
                <a:gd name="csX129" fmla="*/ 655711 w 1088296"/>
                <a:gd name="csY129" fmla="*/ 2793881 h 2804999"/>
                <a:gd name="csX130" fmla="*/ 642380 w 1088296"/>
                <a:gd name="csY130" fmla="*/ 2796427 h 2804999"/>
                <a:gd name="csX131" fmla="*/ 642380 w 1088296"/>
                <a:gd name="csY131" fmla="*/ 2796427 h 2804999"/>
                <a:gd name="csX132" fmla="*/ 628733 w 1088296"/>
                <a:gd name="csY132" fmla="*/ 2798655 h 2804999"/>
                <a:gd name="csX133" fmla="*/ 628733 w 1088296"/>
                <a:gd name="csY133" fmla="*/ 2798655 h 2804999"/>
                <a:gd name="csX134" fmla="*/ 600795 w 1088296"/>
                <a:gd name="csY134" fmla="*/ 2802136 h 2804999"/>
                <a:gd name="csX135" fmla="*/ 600795 w 1088296"/>
                <a:gd name="csY135" fmla="*/ 2802136 h 2804999"/>
                <a:gd name="csX136" fmla="*/ 586839 w 1088296"/>
                <a:gd name="csY136" fmla="*/ 2803405 h 2804999"/>
                <a:gd name="csX137" fmla="*/ 586839 w 1088296"/>
                <a:gd name="csY137" fmla="*/ 2803405 h 2804999"/>
                <a:gd name="csX138" fmla="*/ 558267 w 1088296"/>
                <a:gd name="csY138" fmla="*/ 2805000 h 2804999"/>
                <a:gd name="csX139" fmla="*/ 558267 w 1088296"/>
                <a:gd name="csY139" fmla="*/ 2805000 h 2804999"/>
                <a:gd name="csX140" fmla="*/ 543985 w 1088296"/>
                <a:gd name="csY140" fmla="*/ 2805000 h 2804999"/>
                <a:gd name="csX141" fmla="*/ 543985 w 1088296"/>
                <a:gd name="csY141" fmla="*/ 2805000 h 2804999"/>
                <a:gd name="csX142" fmla="*/ 529703 w 1088296"/>
                <a:gd name="csY142" fmla="*/ 2805000 h 2804999"/>
                <a:gd name="csX143" fmla="*/ 529703 w 1088296"/>
                <a:gd name="csY143" fmla="*/ 2805000 h 2804999"/>
                <a:gd name="csX144" fmla="*/ 501140 w 1088296"/>
                <a:gd name="csY144" fmla="*/ 2803405 h 2804999"/>
                <a:gd name="csX145" fmla="*/ 501140 w 1088296"/>
                <a:gd name="csY145" fmla="*/ 2803405 h 2804999"/>
                <a:gd name="csX146" fmla="*/ 487175 w 1088296"/>
                <a:gd name="csY146" fmla="*/ 2802136 h 2804999"/>
                <a:gd name="csX147" fmla="*/ 487175 w 1088296"/>
                <a:gd name="csY147" fmla="*/ 2802136 h 2804999"/>
                <a:gd name="csX148" fmla="*/ 459563 w 1088296"/>
                <a:gd name="csY148" fmla="*/ 2798655 h 2804999"/>
                <a:gd name="csX149" fmla="*/ 459563 w 1088296"/>
                <a:gd name="csY149" fmla="*/ 2798655 h 2804999"/>
                <a:gd name="csX150" fmla="*/ 445916 w 1088296"/>
                <a:gd name="csY150" fmla="*/ 2796427 h 2804999"/>
                <a:gd name="csX151" fmla="*/ 445916 w 1088296"/>
                <a:gd name="csY151" fmla="*/ 2796427 h 2804999"/>
                <a:gd name="csX152" fmla="*/ 432268 w 1088296"/>
                <a:gd name="csY152" fmla="*/ 2793881 h 2804999"/>
                <a:gd name="csX153" fmla="*/ 432268 w 1088296"/>
                <a:gd name="csY153" fmla="*/ 2793881 h 2804999"/>
                <a:gd name="csX154" fmla="*/ 392595 w 1088296"/>
                <a:gd name="csY154" fmla="*/ 2784040 h 2804999"/>
                <a:gd name="csX155" fmla="*/ 392278 w 1088296"/>
                <a:gd name="csY155" fmla="*/ 2784040 h 2804999"/>
                <a:gd name="csX156" fmla="*/ 27929 w 1088296"/>
                <a:gd name="csY156" fmla="*/ 2433039 h 2804999"/>
                <a:gd name="csX157" fmla="*/ 27612 w 1088296"/>
                <a:gd name="csY157" fmla="*/ 2433039 h 2804999"/>
                <a:gd name="csX158" fmla="*/ 19991 w 1088296"/>
                <a:gd name="csY158" fmla="*/ 2407655 h 2804999"/>
                <a:gd name="csX159" fmla="*/ 19991 w 1088296"/>
                <a:gd name="csY159" fmla="*/ 2407655 h 2804999"/>
                <a:gd name="csX160" fmla="*/ 16502 w 1088296"/>
                <a:gd name="csY160" fmla="*/ 2394959 h 2804999"/>
                <a:gd name="csX161" fmla="*/ 16502 w 1088296"/>
                <a:gd name="csY161" fmla="*/ 2394959 h 2804999"/>
                <a:gd name="csX162" fmla="*/ 13330 w 1088296"/>
                <a:gd name="csY162" fmla="*/ 2381938 h 2804999"/>
                <a:gd name="csX163" fmla="*/ 13330 w 1088296"/>
                <a:gd name="csY163" fmla="*/ 2381938 h 2804999"/>
                <a:gd name="csX164" fmla="*/ 10793 w 1088296"/>
                <a:gd name="csY164" fmla="*/ 2368908 h 2804999"/>
                <a:gd name="csX165" fmla="*/ 10793 w 1088296"/>
                <a:gd name="csY165" fmla="*/ 2368908 h 2804999"/>
                <a:gd name="csX166" fmla="*/ 8255 w 1088296"/>
                <a:gd name="csY166" fmla="*/ 2355577 h 2804999"/>
                <a:gd name="csX167" fmla="*/ 8255 w 1088296"/>
                <a:gd name="csY167" fmla="*/ 2355577 h 2804999"/>
                <a:gd name="csX168" fmla="*/ 6035 w 1088296"/>
                <a:gd name="csY168" fmla="*/ 2342582 h 2804999"/>
                <a:gd name="csX169" fmla="*/ 6035 w 1088296"/>
                <a:gd name="csY169" fmla="*/ 2342582 h 2804999"/>
                <a:gd name="csX170" fmla="*/ 4123 w 1088296"/>
                <a:gd name="csY170" fmla="*/ 2328917 h 2804999"/>
                <a:gd name="csX171" fmla="*/ 4123 w 1088296"/>
                <a:gd name="csY171" fmla="*/ 2328917 h 2804999"/>
                <a:gd name="csX172" fmla="*/ 2529 w 1088296"/>
                <a:gd name="csY172" fmla="*/ 2315587 h 2804999"/>
                <a:gd name="csX173" fmla="*/ 2529 w 1088296"/>
                <a:gd name="csY173" fmla="*/ 2315587 h 2804999"/>
                <a:gd name="csX174" fmla="*/ 1586 w 1088296"/>
                <a:gd name="csY174" fmla="*/ 2301939 h 2804999"/>
                <a:gd name="csX175" fmla="*/ 1586 w 1088296"/>
                <a:gd name="csY175" fmla="*/ 2301939 h 2804999"/>
                <a:gd name="csX176" fmla="*/ 634 w 1088296"/>
                <a:gd name="csY176" fmla="*/ 2288292 h 2804999"/>
                <a:gd name="csX177" fmla="*/ 634 w 1088296"/>
                <a:gd name="csY177" fmla="*/ 2288292 h 2804999"/>
                <a:gd name="csX178" fmla="*/ 0 w 1088296"/>
                <a:gd name="csY178" fmla="*/ 2274644 h 2804999"/>
                <a:gd name="csX179" fmla="*/ 0 w 1088296"/>
                <a:gd name="csY179" fmla="*/ 2274644 h 2804999"/>
                <a:gd name="csX180" fmla="*/ 0 w 1088296"/>
                <a:gd name="csY180" fmla="*/ 2260997 h 2804999"/>
                <a:gd name="csX181" fmla="*/ 0 w 1088296"/>
                <a:gd name="csY181" fmla="*/ 2260997 h 2804999"/>
                <a:gd name="csX182" fmla="*/ 0 w 1088296"/>
                <a:gd name="csY182" fmla="*/ 2260680 h 2804999"/>
                <a:gd name="csX183" fmla="*/ 317 w 1088296"/>
                <a:gd name="csY183" fmla="*/ 2243552 h 2804999"/>
                <a:gd name="csX184" fmla="*/ 317 w 1088296"/>
                <a:gd name="csY184" fmla="*/ 2238777 h 2804999"/>
                <a:gd name="csX185" fmla="*/ 952 w 1088296"/>
                <a:gd name="csY185" fmla="*/ 2228627 h 2804999"/>
                <a:gd name="csX186" fmla="*/ 190738 w 1088296"/>
                <a:gd name="csY186" fmla="*/ 1755742 h 2804999"/>
                <a:gd name="csX187" fmla="*/ 190738 w 1088296"/>
                <a:gd name="csY187" fmla="*/ 1755742 h 28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</a:cxnLst>
              <a:rect l="l" t="t" r="r" b="b"/>
              <a:pathLst>
                <a:path w="1088296" h="2804999">
                  <a:moveTo>
                    <a:pt x="190738" y="1755742"/>
                  </a:moveTo>
                  <a:cubicBezTo>
                    <a:pt x="229452" y="1661479"/>
                    <a:pt x="258967" y="1551657"/>
                    <a:pt x="260878" y="1406944"/>
                  </a:cubicBezTo>
                  <a:cubicBezTo>
                    <a:pt x="260244" y="1256506"/>
                    <a:pt x="229452" y="1143520"/>
                    <a:pt x="189469" y="1046719"/>
                  </a:cubicBezTo>
                  <a:cubicBezTo>
                    <a:pt x="115514" y="883267"/>
                    <a:pt x="11419" y="768696"/>
                    <a:pt x="952" y="576681"/>
                  </a:cubicBezTo>
                  <a:cubicBezTo>
                    <a:pt x="634" y="573200"/>
                    <a:pt x="634" y="569694"/>
                    <a:pt x="317" y="566531"/>
                  </a:cubicBezTo>
                  <a:lnTo>
                    <a:pt x="317" y="561764"/>
                  </a:lnTo>
                  <a:cubicBezTo>
                    <a:pt x="0" y="556047"/>
                    <a:pt x="0" y="550338"/>
                    <a:pt x="0" y="544311"/>
                  </a:cubicBezTo>
                  <a:lnTo>
                    <a:pt x="0" y="544311"/>
                  </a:lnTo>
                  <a:lnTo>
                    <a:pt x="0" y="544311"/>
                  </a:lnTo>
                  <a:cubicBezTo>
                    <a:pt x="0" y="539545"/>
                    <a:pt x="0" y="535104"/>
                    <a:pt x="0" y="530346"/>
                  </a:cubicBezTo>
                  <a:lnTo>
                    <a:pt x="0" y="530346"/>
                  </a:lnTo>
                  <a:cubicBezTo>
                    <a:pt x="317" y="525897"/>
                    <a:pt x="317" y="521139"/>
                    <a:pt x="634" y="516690"/>
                  </a:cubicBezTo>
                  <a:lnTo>
                    <a:pt x="634" y="516690"/>
                  </a:lnTo>
                  <a:cubicBezTo>
                    <a:pt x="952" y="512250"/>
                    <a:pt x="1269" y="507492"/>
                    <a:pt x="1586" y="503043"/>
                  </a:cubicBezTo>
                  <a:lnTo>
                    <a:pt x="1586" y="503043"/>
                  </a:lnTo>
                  <a:cubicBezTo>
                    <a:pt x="1895" y="498594"/>
                    <a:pt x="2212" y="494153"/>
                    <a:pt x="2529" y="489396"/>
                  </a:cubicBezTo>
                  <a:lnTo>
                    <a:pt x="2529" y="489396"/>
                  </a:lnTo>
                  <a:cubicBezTo>
                    <a:pt x="3163" y="484946"/>
                    <a:pt x="3480" y="480506"/>
                    <a:pt x="4123" y="476057"/>
                  </a:cubicBezTo>
                  <a:lnTo>
                    <a:pt x="4123" y="476057"/>
                  </a:lnTo>
                  <a:cubicBezTo>
                    <a:pt x="4749" y="471616"/>
                    <a:pt x="5392" y="467175"/>
                    <a:pt x="6035" y="462727"/>
                  </a:cubicBezTo>
                  <a:lnTo>
                    <a:pt x="6035" y="462727"/>
                  </a:lnTo>
                  <a:cubicBezTo>
                    <a:pt x="6661" y="458286"/>
                    <a:pt x="7295" y="453845"/>
                    <a:pt x="8255" y="449396"/>
                  </a:cubicBezTo>
                  <a:lnTo>
                    <a:pt x="8255" y="449396"/>
                  </a:lnTo>
                  <a:cubicBezTo>
                    <a:pt x="8881" y="444947"/>
                    <a:pt x="9841" y="440507"/>
                    <a:pt x="10793" y="436383"/>
                  </a:cubicBezTo>
                  <a:lnTo>
                    <a:pt x="10793" y="436383"/>
                  </a:lnTo>
                  <a:cubicBezTo>
                    <a:pt x="11427" y="431934"/>
                    <a:pt x="12387" y="427493"/>
                    <a:pt x="13330" y="423044"/>
                  </a:cubicBezTo>
                  <a:lnTo>
                    <a:pt x="13330" y="423044"/>
                  </a:lnTo>
                  <a:cubicBezTo>
                    <a:pt x="14599" y="418930"/>
                    <a:pt x="15550" y="414480"/>
                    <a:pt x="16502" y="410357"/>
                  </a:cubicBezTo>
                  <a:lnTo>
                    <a:pt x="16502" y="410357"/>
                  </a:lnTo>
                  <a:cubicBezTo>
                    <a:pt x="17779" y="405916"/>
                    <a:pt x="18731" y="401476"/>
                    <a:pt x="19991" y="397344"/>
                  </a:cubicBezTo>
                  <a:lnTo>
                    <a:pt x="19991" y="397344"/>
                  </a:lnTo>
                  <a:cubicBezTo>
                    <a:pt x="22529" y="388780"/>
                    <a:pt x="25075" y="380516"/>
                    <a:pt x="27612" y="371952"/>
                  </a:cubicBezTo>
                  <a:lnTo>
                    <a:pt x="27929" y="371952"/>
                  </a:lnTo>
                  <a:cubicBezTo>
                    <a:pt x="83470" y="204694"/>
                    <a:pt x="218359" y="71075"/>
                    <a:pt x="392278" y="21260"/>
                  </a:cubicBezTo>
                  <a:lnTo>
                    <a:pt x="392595" y="21260"/>
                  </a:lnTo>
                  <a:cubicBezTo>
                    <a:pt x="405608" y="17445"/>
                    <a:pt x="418612" y="14273"/>
                    <a:pt x="432268" y="11419"/>
                  </a:cubicBezTo>
                  <a:lnTo>
                    <a:pt x="432268" y="11419"/>
                  </a:lnTo>
                  <a:cubicBezTo>
                    <a:pt x="436709" y="10476"/>
                    <a:pt x="441149" y="9515"/>
                    <a:pt x="445916" y="8881"/>
                  </a:cubicBezTo>
                  <a:lnTo>
                    <a:pt x="445916" y="8881"/>
                  </a:lnTo>
                  <a:cubicBezTo>
                    <a:pt x="450365" y="7930"/>
                    <a:pt x="454797" y="7287"/>
                    <a:pt x="459563" y="6335"/>
                  </a:cubicBezTo>
                  <a:lnTo>
                    <a:pt x="459563" y="6335"/>
                  </a:lnTo>
                  <a:cubicBezTo>
                    <a:pt x="468453" y="5075"/>
                    <a:pt x="477977" y="3798"/>
                    <a:pt x="487175" y="2855"/>
                  </a:cubicBezTo>
                  <a:lnTo>
                    <a:pt x="487175" y="2855"/>
                  </a:lnTo>
                  <a:cubicBezTo>
                    <a:pt x="491941" y="2538"/>
                    <a:pt x="496382" y="1903"/>
                    <a:pt x="501140" y="1586"/>
                  </a:cubicBezTo>
                  <a:lnTo>
                    <a:pt x="501140" y="1586"/>
                  </a:lnTo>
                  <a:cubicBezTo>
                    <a:pt x="510664" y="952"/>
                    <a:pt x="520188" y="634"/>
                    <a:pt x="529703" y="317"/>
                  </a:cubicBezTo>
                  <a:lnTo>
                    <a:pt x="529703" y="317"/>
                  </a:lnTo>
                  <a:cubicBezTo>
                    <a:pt x="534470" y="0"/>
                    <a:pt x="539227" y="0"/>
                    <a:pt x="543985" y="0"/>
                  </a:cubicBezTo>
                  <a:lnTo>
                    <a:pt x="543985" y="0"/>
                  </a:lnTo>
                  <a:cubicBezTo>
                    <a:pt x="548751" y="0"/>
                    <a:pt x="553509" y="0"/>
                    <a:pt x="558267" y="317"/>
                  </a:cubicBezTo>
                  <a:lnTo>
                    <a:pt x="558267" y="317"/>
                  </a:lnTo>
                  <a:cubicBezTo>
                    <a:pt x="568108" y="634"/>
                    <a:pt x="577315" y="952"/>
                    <a:pt x="586839" y="1586"/>
                  </a:cubicBezTo>
                  <a:lnTo>
                    <a:pt x="586839" y="1586"/>
                  </a:lnTo>
                  <a:cubicBezTo>
                    <a:pt x="591597" y="1903"/>
                    <a:pt x="596355" y="2538"/>
                    <a:pt x="600795" y="2855"/>
                  </a:cubicBezTo>
                  <a:lnTo>
                    <a:pt x="600795" y="2855"/>
                  </a:lnTo>
                  <a:cubicBezTo>
                    <a:pt x="610319" y="3798"/>
                    <a:pt x="619517" y="5075"/>
                    <a:pt x="628733" y="6335"/>
                  </a:cubicBezTo>
                  <a:lnTo>
                    <a:pt x="628733" y="6335"/>
                  </a:lnTo>
                  <a:cubicBezTo>
                    <a:pt x="633182" y="7287"/>
                    <a:pt x="637614" y="7930"/>
                    <a:pt x="642380" y="8881"/>
                  </a:cubicBezTo>
                  <a:lnTo>
                    <a:pt x="642380" y="8881"/>
                  </a:lnTo>
                  <a:cubicBezTo>
                    <a:pt x="646829" y="9515"/>
                    <a:pt x="651270" y="10476"/>
                    <a:pt x="655711" y="11419"/>
                  </a:cubicBezTo>
                  <a:lnTo>
                    <a:pt x="655711" y="11419"/>
                  </a:lnTo>
                  <a:cubicBezTo>
                    <a:pt x="669367" y="14282"/>
                    <a:pt x="682688" y="17445"/>
                    <a:pt x="695701" y="21260"/>
                  </a:cubicBezTo>
                  <a:lnTo>
                    <a:pt x="695701" y="21260"/>
                  </a:lnTo>
                  <a:cubicBezTo>
                    <a:pt x="869620" y="71075"/>
                    <a:pt x="1004500" y="204694"/>
                    <a:pt x="1060367" y="371952"/>
                  </a:cubicBezTo>
                  <a:lnTo>
                    <a:pt x="1060367" y="371952"/>
                  </a:lnTo>
                  <a:cubicBezTo>
                    <a:pt x="1063222" y="380516"/>
                    <a:pt x="1065759" y="388780"/>
                    <a:pt x="1067988" y="397344"/>
                  </a:cubicBezTo>
                  <a:lnTo>
                    <a:pt x="1067988" y="397344"/>
                  </a:lnTo>
                  <a:cubicBezTo>
                    <a:pt x="1069248" y="401467"/>
                    <a:pt x="1070517" y="405916"/>
                    <a:pt x="1071468" y="410357"/>
                  </a:cubicBezTo>
                  <a:lnTo>
                    <a:pt x="1071468" y="410357"/>
                  </a:lnTo>
                  <a:cubicBezTo>
                    <a:pt x="1072420" y="414480"/>
                    <a:pt x="1073697" y="418930"/>
                    <a:pt x="1074649" y="423044"/>
                  </a:cubicBezTo>
                  <a:lnTo>
                    <a:pt x="1074649" y="423044"/>
                  </a:lnTo>
                  <a:cubicBezTo>
                    <a:pt x="1075592" y="427493"/>
                    <a:pt x="1076552" y="431934"/>
                    <a:pt x="1077495" y="436383"/>
                  </a:cubicBezTo>
                  <a:lnTo>
                    <a:pt x="1077495" y="436383"/>
                  </a:lnTo>
                  <a:cubicBezTo>
                    <a:pt x="1078138" y="440498"/>
                    <a:pt x="1079089" y="444947"/>
                    <a:pt x="1079724" y="449396"/>
                  </a:cubicBezTo>
                  <a:lnTo>
                    <a:pt x="1079724" y="449396"/>
                  </a:lnTo>
                  <a:cubicBezTo>
                    <a:pt x="1080675" y="453837"/>
                    <a:pt x="1081318" y="458286"/>
                    <a:pt x="1081944" y="462727"/>
                  </a:cubicBezTo>
                  <a:lnTo>
                    <a:pt x="1081944" y="462727"/>
                  </a:lnTo>
                  <a:cubicBezTo>
                    <a:pt x="1082578" y="467167"/>
                    <a:pt x="1083213" y="471616"/>
                    <a:pt x="1083856" y="476057"/>
                  </a:cubicBezTo>
                  <a:lnTo>
                    <a:pt x="1083856" y="476057"/>
                  </a:lnTo>
                  <a:cubicBezTo>
                    <a:pt x="1084490" y="480497"/>
                    <a:pt x="1084807" y="484946"/>
                    <a:pt x="1085450" y="489396"/>
                  </a:cubicBezTo>
                  <a:lnTo>
                    <a:pt x="1085450" y="489396"/>
                  </a:lnTo>
                  <a:cubicBezTo>
                    <a:pt x="1085759" y="494153"/>
                    <a:pt x="1086393" y="498594"/>
                    <a:pt x="1086710" y="503043"/>
                  </a:cubicBezTo>
                  <a:lnTo>
                    <a:pt x="1086710" y="503043"/>
                  </a:lnTo>
                  <a:cubicBezTo>
                    <a:pt x="1087027" y="507492"/>
                    <a:pt x="1087344" y="512250"/>
                    <a:pt x="1087344" y="516690"/>
                  </a:cubicBezTo>
                  <a:lnTo>
                    <a:pt x="1087344" y="516690"/>
                  </a:lnTo>
                  <a:cubicBezTo>
                    <a:pt x="1087662" y="521139"/>
                    <a:pt x="1087979" y="525897"/>
                    <a:pt x="1087979" y="530346"/>
                  </a:cubicBezTo>
                  <a:lnTo>
                    <a:pt x="1087979" y="530346"/>
                  </a:lnTo>
                  <a:cubicBezTo>
                    <a:pt x="1087979" y="535104"/>
                    <a:pt x="1088296" y="539545"/>
                    <a:pt x="1088296" y="544311"/>
                  </a:cubicBezTo>
                  <a:lnTo>
                    <a:pt x="1088296" y="544311"/>
                  </a:lnTo>
                  <a:lnTo>
                    <a:pt x="1087979" y="547157"/>
                  </a:lnTo>
                  <a:cubicBezTo>
                    <a:pt x="1087979" y="548760"/>
                    <a:pt x="1087979" y="550655"/>
                    <a:pt x="1087979" y="552558"/>
                  </a:cubicBezTo>
                  <a:cubicBezTo>
                    <a:pt x="1087979" y="555104"/>
                    <a:pt x="1087979" y="557324"/>
                    <a:pt x="1087979" y="559870"/>
                  </a:cubicBezTo>
                  <a:lnTo>
                    <a:pt x="1087979" y="559870"/>
                  </a:lnTo>
                  <a:cubicBezTo>
                    <a:pt x="1082578" y="762035"/>
                    <a:pt x="974676" y="878827"/>
                    <a:pt x="898501" y="1046719"/>
                  </a:cubicBezTo>
                  <a:cubicBezTo>
                    <a:pt x="858510" y="1143203"/>
                    <a:pt x="828035" y="1255863"/>
                    <a:pt x="827092" y="1405667"/>
                  </a:cubicBezTo>
                  <a:cubicBezTo>
                    <a:pt x="828686" y="1551014"/>
                    <a:pt x="858510" y="1661153"/>
                    <a:pt x="897232" y="1755734"/>
                  </a:cubicBezTo>
                  <a:cubicBezTo>
                    <a:pt x="971504" y="1920454"/>
                    <a:pt x="1076552" y="2035643"/>
                    <a:pt x="1087344" y="2228627"/>
                  </a:cubicBezTo>
                  <a:cubicBezTo>
                    <a:pt x="1087344" y="2232108"/>
                    <a:pt x="1087662" y="2235271"/>
                    <a:pt x="1087662" y="2238777"/>
                  </a:cubicBezTo>
                  <a:lnTo>
                    <a:pt x="1087979" y="2243552"/>
                  </a:lnTo>
                  <a:cubicBezTo>
                    <a:pt x="1087979" y="2249244"/>
                    <a:pt x="1087979" y="2254971"/>
                    <a:pt x="1087979" y="2260680"/>
                  </a:cubicBezTo>
                  <a:lnTo>
                    <a:pt x="1088296" y="2260997"/>
                  </a:lnTo>
                  <a:lnTo>
                    <a:pt x="1088296" y="2260997"/>
                  </a:lnTo>
                  <a:cubicBezTo>
                    <a:pt x="1088296" y="2265455"/>
                    <a:pt x="1087979" y="2270204"/>
                    <a:pt x="1087979" y="2274644"/>
                  </a:cubicBezTo>
                  <a:lnTo>
                    <a:pt x="1087979" y="2274644"/>
                  </a:lnTo>
                  <a:cubicBezTo>
                    <a:pt x="1087979" y="2279419"/>
                    <a:pt x="1087662" y="2283851"/>
                    <a:pt x="1087344" y="2288292"/>
                  </a:cubicBezTo>
                  <a:lnTo>
                    <a:pt x="1087344" y="2288292"/>
                  </a:lnTo>
                  <a:cubicBezTo>
                    <a:pt x="1087344" y="2293050"/>
                    <a:pt x="1087027" y="2297499"/>
                    <a:pt x="1086710" y="2301939"/>
                  </a:cubicBezTo>
                  <a:lnTo>
                    <a:pt x="1086710" y="2301939"/>
                  </a:lnTo>
                  <a:cubicBezTo>
                    <a:pt x="1086393" y="2306714"/>
                    <a:pt x="1085759" y="2311146"/>
                    <a:pt x="1085450" y="2315587"/>
                  </a:cubicBezTo>
                  <a:lnTo>
                    <a:pt x="1085450" y="2315587"/>
                  </a:lnTo>
                  <a:cubicBezTo>
                    <a:pt x="1084816" y="2320045"/>
                    <a:pt x="1084498" y="2324476"/>
                    <a:pt x="1083856" y="2328917"/>
                  </a:cubicBezTo>
                  <a:lnTo>
                    <a:pt x="1083856" y="2328917"/>
                  </a:lnTo>
                  <a:cubicBezTo>
                    <a:pt x="1083221" y="2333375"/>
                    <a:pt x="1082587" y="2338124"/>
                    <a:pt x="1081944" y="2342582"/>
                  </a:cubicBezTo>
                  <a:lnTo>
                    <a:pt x="1081944" y="2342582"/>
                  </a:lnTo>
                  <a:cubicBezTo>
                    <a:pt x="1081318" y="2347022"/>
                    <a:pt x="1080684" y="2351137"/>
                    <a:pt x="1079724" y="2355577"/>
                  </a:cubicBezTo>
                  <a:lnTo>
                    <a:pt x="1079724" y="2355577"/>
                  </a:lnTo>
                  <a:cubicBezTo>
                    <a:pt x="1079089" y="2360035"/>
                    <a:pt x="1078146" y="2364484"/>
                    <a:pt x="1077495" y="2368908"/>
                  </a:cubicBezTo>
                  <a:lnTo>
                    <a:pt x="1077495" y="2368908"/>
                  </a:lnTo>
                  <a:cubicBezTo>
                    <a:pt x="1076552" y="2373365"/>
                    <a:pt x="1075592" y="2377480"/>
                    <a:pt x="1074649" y="2381938"/>
                  </a:cubicBezTo>
                  <a:lnTo>
                    <a:pt x="1074649" y="2381938"/>
                  </a:lnTo>
                  <a:cubicBezTo>
                    <a:pt x="1073697" y="2386387"/>
                    <a:pt x="1072420" y="2390510"/>
                    <a:pt x="1071468" y="2394959"/>
                  </a:cubicBezTo>
                  <a:lnTo>
                    <a:pt x="1071468" y="2394959"/>
                  </a:lnTo>
                  <a:cubicBezTo>
                    <a:pt x="1070517" y="2399083"/>
                    <a:pt x="1069248" y="2403515"/>
                    <a:pt x="1067988" y="2407655"/>
                  </a:cubicBezTo>
                  <a:lnTo>
                    <a:pt x="1067988" y="2407655"/>
                  </a:lnTo>
                  <a:cubicBezTo>
                    <a:pt x="1065759" y="2416211"/>
                    <a:pt x="1063222" y="2424783"/>
                    <a:pt x="1060367" y="2433039"/>
                  </a:cubicBezTo>
                  <a:lnTo>
                    <a:pt x="1060367" y="2433039"/>
                  </a:lnTo>
                  <a:cubicBezTo>
                    <a:pt x="1004500" y="2600605"/>
                    <a:pt x="869620" y="2734216"/>
                    <a:pt x="695701" y="2784040"/>
                  </a:cubicBezTo>
                  <a:lnTo>
                    <a:pt x="695701" y="2784040"/>
                  </a:lnTo>
                  <a:cubicBezTo>
                    <a:pt x="682688" y="2787855"/>
                    <a:pt x="669367" y="2791035"/>
                    <a:pt x="655711" y="2793881"/>
                  </a:cubicBezTo>
                  <a:lnTo>
                    <a:pt x="655711" y="2793881"/>
                  </a:lnTo>
                  <a:cubicBezTo>
                    <a:pt x="651270" y="2794832"/>
                    <a:pt x="646829" y="2795467"/>
                    <a:pt x="642380" y="2796427"/>
                  </a:cubicBezTo>
                  <a:lnTo>
                    <a:pt x="642380" y="2796427"/>
                  </a:lnTo>
                  <a:cubicBezTo>
                    <a:pt x="637614" y="2797061"/>
                    <a:pt x="633182" y="2798021"/>
                    <a:pt x="628733" y="2798655"/>
                  </a:cubicBezTo>
                  <a:lnTo>
                    <a:pt x="628733" y="2798655"/>
                  </a:lnTo>
                  <a:cubicBezTo>
                    <a:pt x="619526" y="2799907"/>
                    <a:pt x="610328" y="2801185"/>
                    <a:pt x="600795" y="2802136"/>
                  </a:cubicBezTo>
                  <a:lnTo>
                    <a:pt x="600795" y="2802136"/>
                  </a:lnTo>
                  <a:cubicBezTo>
                    <a:pt x="596355" y="2802771"/>
                    <a:pt x="591597" y="2803088"/>
                    <a:pt x="586839" y="2803405"/>
                  </a:cubicBezTo>
                  <a:lnTo>
                    <a:pt x="586839" y="2803405"/>
                  </a:lnTo>
                  <a:cubicBezTo>
                    <a:pt x="577315" y="2804039"/>
                    <a:pt x="568117" y="2804674"/>
                    <a:pt x="558267" y="2805000"/>
                  </a:cubicBezTo>
                  <a:lnTo>
                    <a:pt x="558267" y="2805000"/>
                  </a:lnTo>
                  <a:cubicBezTo>
                    <a:pt x="553509" y="2805000"/>
                    <a:pt x="548751" y="2805000"/>
                    <a:pt x="543985" y="2805000"/>
                  </a:cubicBezTo>
                  <a:lnTo>
                    <a:pt x="543985" y="2805000"/>
                  </a:lnTo>
                  <a:cubicBezTo>
                    <a:pt x="539227" y="2805000"/>
                    <a:pt x="534470" y="2805000"/>
                    <a:pt x="529703" y="2805000"/>
                  </a:cubicBezTo>
                  <a:lnTo>
                    <a:pt x="529703" y="2805000"/>
                  </a:lnTo>
                  <a:cubicBezTo>
                    <a:pt x="520188" y="2804682"/>
                    <a:pt x="510664" y="2804048"/>
                    <a:pt x="501140" y="2803405"/>
                  </a:cubicBezTo>
                  <a:lnTo>
                    <a:pt x="501140" y="2803405"/>
                  </a:lnTo>
                  <a:cubicBezTo>
                    <a:pt x="496382" y="2803088"/>
                    <a:pt x="491941" y="2802771"/>
                    <a:pt x="487175" y="2802136"/>
                  </a:cubicBezTo>
                  <a:lnTo>
                    <a:pt x="487175" y="2802136"/>
                  </a:lnTo>
                  <a:cubicBezTo>
                    <a:pt x="477977" y="2801185"/>
                    <a:pt x="468453" y="2799907"/>
                    <a:pt x="459563" y="2798655"/>
                  </a:cubicBezTo>
                  <a:lnTo>
                    <a:pt x="459563" y="2798655"/>
                  </a:lnTo>
                  <a:cubicBezTo>
                    <a:pt x="454797" y="2798021"/>
                    <a:pt x="450365" y="2797061"/>
                    <a:pt x="445916" y="2796427"/>
                  </a:cubicBezTo>
                  <a:lnTo>
                    <a:pt x="445916" y="2796427"/>
                  </a:lnTo>
                  <a:cubicBezTo>
                    <a:pt x="441149" y="2795475"/>
                    <a:pt x="436709" y="2794832"/>
                    <a:pt x="432268" y="2793881"/>
                  </a:cubicBezTo>
                  <a:lnTo>
                    <a:pt x="432268" y="2793881"/>
                  </a:lnTo>
                  <a:cubicBezTo>
                    <a:pt x="418612" y="2791035"/>
                    <a:pt x="405608" y="2787855"/>
                    <a:pt x="392595" y="2784040"/>
                  </a:cubicBezTo>
                  <a:lnTo>
                    <a:pt x="392278" y="2784040"/>
                  </a:lnTo>
                  <a:cubicBezTo>
                    <a:pt x="218359" y="2734207"/>
                    <a:pt x="83479" y="2600605"/>
                    <a:pt x="27929" y="2433039"/>
                  </a:cubicBezTo>
                  <a:lnTo>
                    <a:pt x="27612" y="2433039"/>
                  </a:lnTo>
                  <a:cubicBezTo>
                    <a:pt x="25075" y="2424783"/>
                    <a:pt x="22529" y="2416211"/>
                    <a:pt x="19991" y="2407655"/>
                  </a:cubicBezTo>
                  <a:lnTo>
                    <a:pt x="19991" y="2407655"/>
                  </a:lnTo>
                  <a:cubicBezTo>
                    <a:pt x="18731" y="2403515"/>
                    <a:pt x="17771" y="2399083"/>
                    <a:pt x="16502" y="2394959"/>
                  </a:cubicBezTo>
                  <a:lnTo>
                    <a:pt x="16502" y="2394959"/>
                  </a:lnTo>
                  <a:cubicBezTo>
                    <a:pt x="15550" y="2390510"/>
                    <a:pt x="14599" y="2386387"/>
                    <a:pt x="13330" y="2381938"/>
                  </a:cubicBezTo>
                  <a:lnTo>
                    <a:pt x="13330" y="2381938"/>
                  </a:lnTo>
                  <a:cubicBezTo>
                    <a:pt x="12387" y="2377480"/>
                    <a:pt x="11427" y="2373365"/>
                    <a:pt x="10793" y="2368908"/>
                  </a:cubicBezTo>
                  <a:lnTo>
                    <a:pt x="10793" y="2368908"/>
                  </a:lnTo>
                  <a:cubicBezTo>
                    <a:pt x="9841" y="2364484"/>
                    <a:pt x="8881" y="2360035"/>
                    <a:pt x="8255" y="2355577"/>
                  </a:cubicBezTo>
                  <a:lnTo>
                    <a:pt x="8255" y="2355577"/>
                  </a:lnTo>
                  <a:cubicBezTo>
                    <a:pt x="7304" y="2351145"/>
                    <a:pt x="6661" y="2347022"/>
                    <a:pt x="6035" y="2342582"/>
                  </a:cubicBezTo>
                  <a:lnTo>
                    <a:pt x="6035" y="2342582"/>
                  </a:lnTo>
                  <a:cubicBezTo>
                    <a:pt x="5401" y="2338124"/>
                    <a:pt x="4758" y="2333375"/>
                    <a:pt x="4123" y="2328917"/>
                  </a:cubicBezTo>
                  <a:lnTo>
                    <a:pt x="4123" y="2328917"/>
                  </a:lnTo>
                  <a:cubicBezTo>
                    <a:pt x="3489" y="2324476"/>
                    <a:pt x="3172" y="2320045"/>
                    <a:pt x="2529" y="2315587"/>
                  </a:cubicBezTo>
                  <a:lnTo>
                    <a:pt x="2529" y="2315587"/>
                  </a:lnTo>
                  <a:cubicBezTo>
                    <a:pt x="2212" y="2311146"/>
                    <a:pt x="1895" y="2306714"/>
                    <a:pt x="1586" y="2301939"/>
                  </a:cubicBezTo>
                  <a:lnTo>
                    <a:pt x="1586" y="2301939"/>
                  </a:lnTo>
                  <a:cubicBezTo>
                    <a:pt x="1269" y="2297499"/>
                    <a:pt x="952" y="2293050"/>
                    <a:pt x="634" y="2288292"/>
                  </a:cubicBezTo>
                  <a:lnTo>
                    <a:pt x="634" y="2288292"/>
                  </a:lnTo>
                  <a:cubicBezTo>
                    <a:pt x="317" y="2283851"/>
                    <a:pt x="317" y="2279419"/>
                    <a:pt x="0" y="2274644"/>
                  </a:cubicBezTo>
                  <a:lnTo>
                    <a:pt x="0" y="2274644"/>
                  </a:lnTo>
                  <a:cubicBezTo>
                    <a:pt x="0" y="2270204"/>
                    <a:pt x="0" y="2265455"/>
                    <a:pt x="0" y="2260997"/>
                  </a:cubicBezTo>
                  <a:lnTo>
                    <a:pt x="0" y="2260997"/>
                  </a:lnTo>
                  <a:lnTo>
                    <a:pt x="0" y="2260680"/>
                  </a:lnTo>
                  <a:cubicBezTo>
                    <a:pt x="0" y="2254971"/>
                    <a:pt x="0" y="2249244"/>
                    <a:pt x="317" y="2243552"/>
                  </a:cubicBezTo>
                  <a:cubicBezTo>
                    <a:pt x="317" y="2241958"/>
                    <a:pt x="317" y="2240372"/>
                    <a:pt x="317" y="2238777"/>
                  </a:cubicBezTo>
                  <a:cubicBezTo>
                    <a:pt x="634" y="2235280"/>
                    <a:pt x="634" y="2232116"/>
                    <a:pt x="952" y="2228627"/>
                  </a:cubicBezTo>
                  <a:cubicBezTo>
                    <a:pt x="11419" y="2035660"/>
                    <a:pt x="116466" y="1920463"/>
                    <a:pt x="190738" y="1755742"/>
                  </a:cubicBezTo>
                  <a:lnTo>
                    <a:pt x="190738" y="1755742"/>
                  </a:lnTo>
                  <a:close/>
                </a:path>
              </a:pathLst>
            </a:custGeom>
            <a:solidFill>
              <a:srgbClr val="1FB5E4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F6B17FC-E636-C757-60AC-FEC799B81C5F}"/>
                </a:ext>
              </a:extLst>
            </p:cNvPr>
            <p:cNvSpPr/>
            <p:nvPr/>
          </p:nvSpPr>
          <p:spPr>
            <a:xfrm>
              <a:off x="10737300" y="3982371"/>
              <a:ext cx="2302893" cy="2302875"/>
            </a:xfrm>
            <a:custGeom>
              <a:avLst/>
              <a:gdLst>
                <a:gd name="csX0" fmla="*/ 1650977 w 2302893"/>
                <a:gd name="csY0" fmla="*/ 1151292 h 2302875"/>
                <a:gd name="csX1" fmla="*/ 1354865 w 2302893"/>
                <a:gd name="csY1" fmla="*/ 954510 h 2302875"/>
                <a:gd name="csX2" fmla="*/ 1150480 w 2302893"/>
                <a:gd name="csY2" fmla="*/ 649201 h 2302875"/>
                <a:gd name="csX3" fmla="*/ 951478 w 2302893"/>
                <a:gd name="csY3" fmla="*/ 183302 h 2302875"/>
                <a:gd name="csX4" fmla="*/ 944500 w 2302893"/>
                <a:gd name="csY4" fmla="*/ 175681 h 2302875"/>
                <a:gd name="csX5" fmla="*/ 941328 w 2302893"/>
                <a:gd name="csY5" fmla="*/ 172184 h 2302875"/>
                <a:gd name="csX6" fmla="*/ 929584 w 2302893"/>
                <a:gd name="csY6" fmla="*/ 159814 h 2302875"/>
                <a:gd name="csX7" fmla="*/ 929266 w 2302893"/>
                <a:gd name="csY7" fmla="*/ 159814 h 2302875"/>
                <a:gd name="csX8" fmla="*/ 929266 w 2302893"/>
                <a:gd name="csY8" fmla="*/ 159814 h 2302875"/>
                <a:gd name="csX9" fmla="*/ 919442 w 2302893"/>
                <a:gd name="csY9" fmla="*/ 150290 h 2302875"/>
                <a:gd name="csX10" fmla="*/ 919442 w 2302893"/>
                <a:gd name="csY10" fmla="*/ 150290 h 2302875"/>
                <a:gd name="csX11" fmla="*/ 909275 w 2302893"/>
                <a:gd name="csY11" fmla="*/ 140766 h 2302875"/>
                <a:gd name="csX12" fmla="*/ 909275 w 2302893"/>
                <a:gd name="csY12" fmla="*/ 140766 h 2302875"/>
                <a:gd name="csX13" fmla="*/ 899117 w 2302893"/>
                <a:gd name="csY13" fmla="*/ 131893 h 2302875"/>
                <a:gd name="csX14" fmla="*/ 899117 w 2302893"/>
                <a:gd name="csY14" fmla="*/ 131893 h 2302875"/>
                <a:gd name="csX15" fmla="*/ 888641 w 2302893"/>
                <a:gd name="csY15" fmla="*/ 123003 h 2302875"/>
                <a:gd name="csX16" fmla="*/ 888641 w 2302893"/>
                <a:gd name="csY16" fmla="*/ 123003 h 2302875"/>
                <a:gd name="csX17" fmla="*/ 878166 w 2302893"/>
                <a:gd name="csY17" fmla="*/ 114748 h 2302875"/>
                <a:gd name="csX18" fmla="*/ 878166 w 2302893"/>
                <a:gd name="csY18" fmla="*/ 114748 h 2302875"/>
                <a:gd name="csX19" fmla="*/ 867373 w 2302893"/>
                <a:gd name="csY19" fmla="*/ 106493 h 2302875"/>
                <a:gd name="csX20" fmla="*/ 867373 w 2302893"/>
                <a:gd name="csY20" fmla="*/ 106493 h 2302875"/>
                <a:gd name="csX21" fmla="*/ 856263 w 2302893"/>
                <a:gd name="csY21" fmla="*/ 98572 h 2302875"/>
                <a:gd name="csX22" fmla="*/ 856263 w 2302893"/>
                <a:gd name="csY22" fmla="*/ 98572 h 2302875"/>
                <a:gd name="csX23" fmla="*/ 845470 w 2302893"/>
                <a:gd name="csY23" fmla="*/ 90934 h 2302875"/>
                <a:gd name="csX24" fmla="*/ 845470 w 2302893"/>
                <a:gd name="csY24" fmla="*/ 90934 h 2302875"/>
                <a:gd name="csX25" fmla="*/ 834043 w 2302893"/>
                <a:gd name="csY25" fmla="*/ 83630 h 2302875"/>
                <a:gd name="csX26" fmla="*/ 834043 w 2302893"/>
                <a:gd name="csY26" fmla="*/ 83630 h 2302875"/>
                <a:gd name="csX27" fmla="*/ 822616 w 2302893"/>
                <a:gd name="csY27" fmla="*/ 76660 h 2302875"/>
                <a:gd name="csX28" fmla="*/ 822616 w 2302893"/>
                <a:gd name="csY28" fmla="*/ 76660 h 2302875"/>
                <a:gd name="csX29" fmla="*/ 811189 w 2302893"/>
                <a:gd name="csY29" fmla="*/ 69983 h 2302875"/>
                <a:gd name="csX30" fmla="*/ 811189 w 2302893"/>
                <a:gd name="csY30" fmla="*/ 69983 h 2302875"/>
                <a:gd name="csX31" fmla="*/ 787709 w 2302893"/>
                <a:gd name="csY31" fmla="*/ 57612 h 2302875"/>
                <a:gd name="csX32" fmla="*/ 787709 w 2302893"/>
                <a:gd name="csY32" fmla="*/ 57612 h 2302875"/>
                <a:gd name="csX33" fmla="*/ 281811 w 2302893"/>
                <a:gd name="csY33" fmla="*/ 67454 h 2302875"/>
                <a:gd name="csX34" fmla="*/ 281811 w 2302893"/>
                <a:gd name="csY34" fmla="*/ 67454 h 2302875"/>
                <a:gd name="csX35" fmla="*/ 246904 w 2302893"/>
                <a:gd name="csY35" fmla="*/ 88713 h 2302875"/>
                <a:gd name="csX36" fmla="*/ 246904 w 2302893"/>
                <a:gd name="csY36" fmla="*/ 88713 h 2302875"/>
                <a:gd name="csX37" fmla="*/ 235477 w 2302893"/>
                <a:gd name="csY37" fmla="*/ 96317 h 2302875"/>
                <a:gd name="csX38" fmla="*/ 235477 w 2302893"/>
                <a:gd name="csY38" fmla="*/ 96317 h 2302875"/>
                <a:gd name="csX39" fmla="*/ 224050 w 2302893"/>
                <a:gd name="csY39" fmla="*/ 104590 h 2302875"/>
                <a:gd name="csX40" fmla="*/ 224050 w 2302893"/>
                <a:gd name="csY40" fmla="*/ 104590 h 2302875"/>
                <a:gd name="csX41" fmla="*/ 202156 w 2302893"/>
                <a:gd name="csY41" fmla="*/ 121735 h 2302875"/>
                <a:gd name="csX42" fmla="*/ 202156 w 2302893"/>
                <a:gd name="csY42" fmla="*/ 121735 h 2302875"/>
                <a:gd name="csX43" fmla="*/ 191046 w 2302893"/>
                <a:gd name="csY43" fmla="*/ 130607 h 2302875"/>
                <a:gd name="csX44" fmla="*/ 191046 w 2302893"/>
                <a:gd name="csY44" fmla="*/ 130607 h 2302875"/>
                <a:gd name="csX45" fmla="*/ 170094 w 2302893"/>
                <a:gd name="csY45" fmla="*/ 149647 h 2302875"/>
                <a:gd name="csX46" fmla="*/ 170094 w 2302893"/>
                <a:gd name="csY46" fmla="*/ 149647 h 2302875"/>
                <a:gd name="csX47" fmla="*/ 159619 w 2302893"/>
                <a:gd name="csY47" fmla="*/ 159805 h 2302875"/>
                <a:gd name="csX48" fmla="*/ 159619 w 2302893"/>
                <a:gd name="csY48" fmla="*/ 159805 h 2302875"/>
                <a:gd name="csX49" fmla="*/ 149786 w 2302893"/>
                <a:gd name="csY49" fmla="*/ 169964 h 2302875"/>
                <a:gd name="csX50" fmla="*/ 149786 w 2302893"/>
                <a:gd name="csY50" fmla="*/ 169964 h 2302875"/>
                <a:gd name="csX51" fmla="*/ 130747 w 2302893"/>
                <a:gd name="csY51" fmla="*/ 191223 h 2302875"/>
                <a:gd name="csX52" fmla="*/ 130747 w 2302893"/>
                <a:gd name="csY52" fmla="*/ 191223 h 2302875"/>
                <a:gd name="csX53" fmla="*/ 121540 w 2302893"/>
                <a:gd name="csY53" fmla="*/ 202007 h 2302875"/>
                <a:gd name="csX54" fmla="*/ 121540 w 2302893"/>
                <a:gd name="csY54" fmla="*/ 202007 h 2302875"/>
                <a:gd name="csX55" fmla="*/ 104403 w 2302893"/>
                <a:gd name="csY55" fmla="*/ 224227 h 2302875"/>
                <a:gd name="csX56" fmla="*/ 104403 w 2302893"/>
                <a:gd name="csY56" fmla="*/ 224227 h 2302875"/>
                <a:gd name="csX57" fmla="*/ 96465 w 2302893"/>
                <a:gd name="csY57" fmla="*/ 235329 h 2302875"/>
                <a:gd name="csX58" fmla="*/ 96465 w 2302893"/>
                <a:gd name="csY58" fmla="*/ 235329 h 2302875"/>
                <a:gd name="csX59" fmla="*/ 88853 w 2302893"/>
                <a:gd name="csY59" fmla="*/ 246764 h 2302875"/>
                <a:gd name="csX60" fmla="*/ 88853 w 2302893"/>
                <a:gd name="csY60" fmla="*/ 246764 h 2302875"/>
                <a:gd name="csX61" fmla="*/ 67584 w 2302893"/>
                <a:gd name="csY61" fmla="*/ 281989 h 2302875"/>
                <a:gd name="csX62" fmla="*/ 67584 w 2302893"/>
                <a:gd name="csY62" fmla="*/ 281989 h 2302875"/>
                <a:gd name="csX63" fmla="*/ 57752 w 2302893"/>
                <a:gd name="csY63" fmla="*/ 787886 h 2302875"/>
                <a:gd name="csX64" fmla="*/ 57752 w 2302893"/>
                <a:gd name="csY64" fmla="*/ 787886 h 2302875"/>
                <a:gd name="csX65" fmla="*/ 70122 w 2302893"/>
                <a:gd name="csY65" fmla="*/ 811058 h 2302875"/>
                <a:gd name="csX66" fmla="*/ 70122 w 2302893"/>
                <a:gd name="csY66" fmla="*/ 811058 h 2302875"/>
                <a:gd name="csX67" fmla="*/ 76791 w 2302893"/>
                <a:gd name="csY67" fmla="*/ 822794 h 2302875"/>
                <a:gd name="csX68" fmla="*/ 76791 w 2302893"/>
                <a:gd name="csY68" fmla="*/ 822794 h 2302875"/>
                <a:gd name="csX69" fmla="*/ 83769 w 2302893"/>
                <a:gd name="csY69" fmla="*/ 834212 h 2302875"/>
                <a:gd name="csX70" fmla="*/ 83769 w 2302893"/>
                <a:gd name="csY70" fmla="*/ 834212 h 2302875"/>
                <a:gd name="csX71" fmla="*/ 91073 w 2302893"/>
                <a:gd name="csY71" fmla="*/ 845331 h 2302875"/>
                <a:gd name="csX72" fmla="*/ 91073 w 2302893"/>
                <a:gd name="csY72" fmla="*/ 845331 h 2302875"/>
                <a:gd name="csX73" fmla="*/ 98694 w 2302893"/>
                <a:gd name="csY73" fmla="*/ 856450 h 2302875"/>
                <a:gd name="csX74" fmla="*/ 98694 w 2302893"/>
                <a:gd name="csY74" fmla="*/ 856450 h 2302875"/>
                <a:gd name="csX75" fmla="*/ 106632 w 2302893"/>
                <a:gd name="csY75" fmla="*/ 867234 h 2302875"/>
                <a:gd name="csX76" fmla="*/ 106632 w 2302893"/>
                <a:gd name="csY76" fmla="*/ 867234 h 2302875"/>
                <a:gd name="csX77" fmla="*/ 114562 w 2302893"/>
                <a:gd name="csY77" fmla="*/ 878018 h 2302875"/>
                <a:gd name="csX78" fmla="*/ 114562 w 2302893"/>
                <a:gd name="csY78" fmla="*/ 878018 h 2302875"/>
                <a:gd name="csX79" fmla="*/ 123126 w 2302893"/>
                <a:gd name="csY79" fmla="*/ 888802 h 2302875"/>
                <a:gd name="csX80" fmla="*/ 123126 w 2302893"/>
                <a:gd name="csY80" fmla="*/ 888802 h 2302875"/>
                <a:gd name="csX81" fmla="*/ 131698 w 2302893"/>
                <a:gd name="csY81" fmla="*/ 898960 h 2302875"/>
                <a:gd name="csX82" fmla="*/ 131698 w 2302893"/>
                <a:gd name="csY82" fmla="*/ 898960 h 2302875"/>
                <a:gd name="csX83" fmla="*/ 140905 w 2302893"/>
                <a:gd name="csY83" fmla="*/ 909444 h 2302875"/>
                <a:gd name="csX84" fmla="*/ 140905 w 2302893"/>
                <a:gd name="csY84" fmla="*/ 909444 h 2302875"/>
                <a:gd name="csX85" fmla="*/ 150103 w 2302893"/>
                <a:gd name="csY85" fmla="*/ 919269 h 2302875"/>
                <a:gd name="csX86" fmla="*/ 150103 w 2302893"/>
                <a:gd name="csY86" fmla="*/ 919269 h 2302875"/>
                <a:gd name="csX87" fmla="*/ 159619 w 2302893"/>
                <a:gd name="csY87" fmla="*/ 929110 h 2302875"/>
                <a:gd name="csX88" fmla="*/ 159619 w 2302893"/>
                <a:gd name="csY88" fmla="*/ 929110 h 2302875"/>
                <a:gd name="csX89" fmla="*/ 161848 w 2302893"/>
                <a:gd name="csY89" fmla="*/ 931339 h 2302875"/>
                <a:gd name="csX90" fmla="*/ 165645 w 2302893"/>
                <a:gd name="csY90" fmla="*/ 935136 h 2302875"/>
                <a:gd name="csX91" fmla="*/ 171046 w 2302893"/>
                <a:gd name="csY91" fmla="*/ 940228 h 2302875"/>
                <a:gd name="csX92" fmla="*/ 171046 w 2302893"/>
                <a:gd name="csY92" fmla="*/ 940228 h 2302875"/>
                <a:gd name="csX93" fmla="*/ 649331 w 2302893"/>
                <a:gd name="csY93" fmla="*/ 1150641 h 2302875"/>
                <a:gd name="csX94" fmla="*/ 953381 w 2302893"/>
                <a:gd name="csY94" fmla="*/ 1353766 h 2302875"/>
                <a:gd name="csX95" fmla="*/ 1151423 w 2302893"/>
                <a:gd name="csY95" fmla="*/ 1650820 h 2302875"/>
                <a:gd name="csX96" fmla="*/ 1351685 w 2302893"/>
                <a:gd name="csY96" fmla="*/ 2119582 h 2302875"/>
                <a:gd name="csX97" fmla="*/ 1358346 w 2302893"/>
                <a:gd name="csY97" fmla="*/ 2127202 h 2302875"/>
                <a:gd name="csX98" fmla="*/ 1361518 w 2302893"/>
                <a:gd name="csY98" fmla="*/ 2130683 h 2302875"/>
                <a:gd name="csX99" fmla="*/ 1373579 w 2302893"/>
                <a:gd name="csY99" fmla="*/ 2142753 h 2302875"/>
                <a:gd name="csX100" fmla="*/ 1373579 w 2302893"/>
                <a:gd name="csY100" fmla="*/ 2143070 h 2302875"/>
                <a:gd name="csX101" fmla="*/ 1373579 w 2302893"/>
                <a:gd name="csY101" fmla="*/ 2143070 h 2302875"/>
                <a:gd name="csX102" fmla="*/ 1383412 w 2302893"/>
                <a:gd name="csY102" fmla="*/ 2152894 h 2302875"/>
                <a:gd name="csX103" fmla="*/ 1383412 w 2302893"/>
                <a:gd name="csY103" fmla="*/ 2152894 h 2302875"/>
                <a:gd name="csX104" fmla="*/ 1393570 w 2302893"/>
                <a:gd name="csY104" fmla="*/ 2162101 h 2302875"/>
                <a:gd name="csX105" fmla="*/ 1393570 w 2302893"/>
                <a:gd name="csY105" fmla="*/ 2162101 h 2302875"/>
                <a:gd name="csX106" fmla="*/ 1403729 w 2302893"/>
                <a:gd name="csY106" fmla="*/ 2170974 h 2302875"/>
                <a:gd name="csX107" fmla="*/ 1403729 w 2302893"/>
                <a:gd name="csY107" fmla="*/ 2170974 h 2302875"/>
                <a:gd name="csX108" fmla="*/ 1414204 w 2302893"/>
                <a:gd name="csY108" fmla="*/ 2179863 h 2302875"/>
                <a:gd name="csX109" fmla="*/ 1414204 w 2302893"/>
                <a:gd name="csY109" fmla="*/ 2179863 h 2302875"/>
                <a:gd name="csX110" fmla="*/ 1425006 w 2302893"/>
                <a:gd name="csY110" fmla="*/ 2188119 h 2302875"/>
                <a:gd name="csX111" fmla="*/ 1425006 w 2302893"/>
                <a:gd name="csY111" fmla="*/ 2188119 h 2302875"/>
                <a:gd name="csX112" fmla="*/ 1435481 w 2302893"/>
                <a:gd name="csY112" fmla="*/ 2196391 h 2302875"/>
                <a:gd name="csX113" fmla="*/ 1435481 w 2302893"/>
                <a:gd name="csY113" fmla="*/ 2196391 h 2302875"/>
                <a:gd name="csX114" fmla="*/ 1446591 w 2302893"/>
                <a:gd name="csY114" fmla="*/ 2204312 h 2302875"/>
                <a:gd name="csX115" fmla="*/ 1446591 w 2302893"/>
                <a:gd name="csY115" fmla="*/ 2204312 h 2302875"/>
                <a:gd name="csX116" fmla="*/ 1457693 w 2302893"/>
                <a:gd name="csY116" fmla="*/ 2211933 h 2302875"/>
                <a:gd name="csX117" fmla="*/ 1457693 w 2302893"/>
                <a:gd name="csY117" fmla="*/ 2211933 h 2302875"/>
                <a:gd name="csX118" fmla="*/ 1468803 w 2302893"/>
                <a:gd name="csY118" fmla="*/ 2219237 h 2302875"/>
                <a:gd name="csX119" fmla="*/ 1468803 w 2302893"/>
                <a:gd name="csY119" fmla="*/ 2219237 h 2302875"/>
                <a:gd name="csX120" fmla="*/ 1480230 w 2302893"/>
                <a:gd name="csY120" fmla="*/ 2226215 h 2302875"/>
                <a:gd name="csX121" fmla="*/ 1480230 w 2302893"/>
                <a:gd name="csY121" fmla="*/ 2226215 h 2302875"/>
                <a:gd name="csX122" fmla="*/ 1491657 w 2302893"/>
                <a:gd name="csY122" fmla="*/ 2232876 h 2302875"/>
                <a:gd name="csX123" fmla="*/ 1491657 w 2302893"/>
                <a:gd name="csY123" fmla="*/ 2232876 h 2302875"/>
                <a:gd name="csX124" fmla="*/ 1515137 w 2302893"/>
                <a:gd name="csY124" fmla="*/ 2245246 h 2302875"/>
                <a:gd name="csX125" fmla="*/ 1515137 w 2302893"/>
                <a:gd name="csY125" fmla="*/ 2245246 h 2302875"/>
                <a:gd name="csX126" fmla="*/ 2021034 w 2302893"/>
                <a:gd name="csY126" fmla="*/ 2235422 h 2302875"/>
                <a:gd name="csX127" fmla="*/ 2021034 w 2302893"/>
                <a:gd name="csY127" fmla="*/ 2235422 h 2302875"/>
                <a:gd name="csX128" fmla="*/ 2056259 w 2302893"/>
                <a:gd name="csY128" fmla="*/ 2214153 h 2302875"/>
                <a:gd name="csX129" fmla="*/ 2056259 w 2302893"/>
                <a:gd name="csY129" fmla="*/ 2214153 h 2302875"/>
                <a:gd name="csX130" fmla="*/ 2067686 w 2302893"/>
                <a:gd name="csY130" fmla="*/ 2206533 h 2302875"/>
                <a:gd name="csX131" fmla="*/ 2067686 w 2302893"/>
                <a:gd name="csY131" fmla="*/ 2206533 h 2302875"/>
                <a:gd name="csX132" fmla="*/ 2078796 w 2302893"/>
                <a:gd name="csY132" fmla="*/ 2198277 h 2302875"/>
                <a:gd name="csX133" fmla="*/ 2078796 w 2302893"/>
                <a:gd name="csY133" fmla="*/ 2198277 h 2302875"/>
                <a:gd name="csX134" fmla="*/ 2101016 w 2302893"/>
                <a:gd name="csY134" fmla="*/ 2181449 h 2302875"/>
                <a:gd name="csX135" fmla="*/ 2101016 w 2302893"/>
                <a:gd name="csY135" fmla="*/ 2181132 h 2302875"/>
                <a:gd name="csX136" fmla="*/ 2111809 w 2302893"/>
                <a:gd name="csY136" fmla="*/ 2172259 h 2302875"/>
                <a:gd name="csX137" fmla="*/ 2111809 w 2302893"/>
                <a:gd name="csY137" fmla="*/ 2172259 h 2302875"/>
                <a:gd name="csX138" fmla="*/ 2132751 w 2302893"/>
                <a:gd name="csY138" fmla="*/ 2153203 h 2302875"/>
                <a:gd name="csX139" fmla="*/ 2132751 w 2302893"/>
                <a:gd name="csY139" fmla="*/ 2153203 h 2302875"/>
                <a:gd name="csX140" fmla="*/ 2143227 w 2302893"/>
                <a:gd name="csY140" fmla="*/ 2143053 h 2302875"/>
                <a:gd name="csX141" fmla="*/ 2143227 w 2302893"/>
                <a:gd name="csY141" fmla="*/ 2143053 h 2302875"/>
                <a:gd name="csX142" fmla="*/ 2153385 w 2302893"/>
                <a:gd name="csY142" fmla="*/ 2132895 h 2302875"/>
                <a:gd name="csX143" fmla="*/ 2153385 w 2302893"/>
                <a:gd name="csY143" fmla="*/ 2132895 h 2302875"/>
                <a:gd name="csX144" fmla="*/ 2172433 w 2302893"/>
                <a:gd name="csY144" fmla="*/ 2111626 h 2302875"/>
                <a:gd name="csX145" fmla="*/ 2172433 w 2302893"/>
                <a:gd name="csY145" fmla="*/ 2111626 h 2302875"/>
                <a:gd name="csX146" fmla="*/ 2181323 w 2302893"/>
                <a:gd name="csY146" fmla="*/ 2100842 h 2302875"/>
                <a:gd name="csX147" fmla="*/ 2181323 w 2302893"/>
                <a:gd name="csY147" fmla="*/ 2100842 h 2302875"/>
                <a:gd name="csX148" fmla="*/ 2198451 w 2302893"/>
                <a:gd name="csY148" fmla="*/ 2078622 h 2302875"/>
                <a:gd name="csX149" fmla="*/ 2198451 w 2302893"/>
                <a:gd name="csY149" fmla="*/ 2078622 h 2302875"/>
                <a:gd name="csX150" fmla="*/ 2206389 w 2302893"/>
                <a:gd name="csY150" fmla="*/ 2067521 h 2302875"/>
                <a:gd name="csX151" fmla="*/ 2206389 w 2302893"/>
                <a:gd name="csY151" fmla="*/ 2067521 h 2302875"/>
                <a:gd name="csX152" fmla="*/ 2214327 w 2302893"/>
                <a:gd name="csY152" fmla="*/ 2056085 h 2302875"/>
                <a:gd name="csX153" fmla="*/ 2214327 w 2302893"/>
                <a:gd name="csY153" fmla="*/ 2056085 h 2302875"/>
                <a:gd name="csX154" fmla="*/ 2235587 w 2302893"/>
                <a:gd name="csY154" fmla="*/ 2021178 h 2302875"/>
                <a:gd name="csX155" fmla="*/ 2235587 w 2302893"/>
                <a:gd name="csY155" fmla="*/ 2020861 h 2302875"/>
                <a:gd name="csX156" fmla="*/ 2245102 w 2302893"/>
                <a:gd name="csY156" fmla="*/ 1514963 h 2302875"/>
                <a:gd name="csX157" fmla="*/ 2245102 w 2302893"/>
                <a:gd name="csY157" fmla="*/ 1514963 h 2302875"/>
                <a:gd name="csX158" fmla="*/ 2232732 w 2302893"/>
                <a:gd name="csY158" fmla="*/ 1491791 h 2302875"/>
                <a:gd name="csX159" fmla="*/ 2232732 w 2302893"/>
                <a:gd name="csY159" fmla="*/ 1491791 h 2302875"/>
                <a:gd name="csX160" fmla="*/ 2226071 w 2302893"/>
                <a:gd name="csY160" fmla="*/ 1480039 h 2302875"/>
                <a:gd name="csX161" fmla="*/ 2226071 w 2302893"/>
                <a:gd name="csY161" fmla="*/ 1480039 h 2302875"/>
                <a:gd name="csX162" fmla="*/ 2219093 w 2302893"/>
                <a:gd name="csY162" fmla="*/ 1468620 h 2302875"/>
                <a:gd name="csX163" fmla="*/ 2219093 w 2302893"/>
                <a:gd name="csY163" fmla="*/ 1468620 h 2302875"/>
                <a:gd name="csX164" fmla="*/ 2211790 w 2302893"/>
                <a:gd name="csY164" fmla="*/ 1457519 h 2302875"/>
                <a:gd name="csX165" fmla="*/ 2211790 w 2302893"/>
                <a:gd name="csY165" fmla="*/ 1457519 h 2302875"/>
                <a:gd name="csX166" fmla="*/ 2204477 w 2302893"/>
                <a:gd name="csY166" fmla="*/ 1446400 h 2302875"/>
                <a:gd name="csX167" fmla="*/ 2204477 w 2302893"/>
                <a:gd name="csY167" fmla="*/ 1446400 h 2302875"/>
                <a:gd name="csX168" fmla="*/ 2196548 w 2302893"/>
                <a:gd name="csY168" fmla="*/ 1435616 h 2302875"/>
                <a:gd name="csX169" fmla="*/ 2196548 w 2302893"/>
                <a:gd name="csY169" fmla="*/ 1435616 h 2302875"/>
                <a:gd name="csX170" fmla="*/ 2188301 w 2302893"/>
                <a:gd name="csY170" fmla="*/ 1424832 h 2302875"/>
                <a:gd name="csX171" fmla="*/ 2188301 w 2302893"/>
                <a:gd name="csY171" fmla="*/ 1424832 h 2302875"/>
                <a:gd name="csX172" fmla="*/ 2180037 w 2302893"/>
                <a:gd name="csY172" fmla="*/ 1414347 h 2302875"/>
                <a:gd name="csX173" fmla="*/ 2180037 w 2302893"/>
                <a:gd name="csY173" fmla="*/ 1414030 h 2302875"/>
                <a:gd name="csX174" fmla="*/ 2171156 w 2302893"/>
                <a:gd name="csY174" fmla="*/ 1403880 h 2302875"/>
                <a:gd name="csX175" fmla="*/ 2171156 w 2302893"/>
                <a:gd name="csY175" fmla="*/ 1403880 h 2302875"/>
                <a:gd name="csX176" fmla="*/ 2162266 w 2302893"/>
                <a:gd name="csY176" fmla="*/ 1393397 h 2302875"/>
                <a:gd name="csX177" fmla="*/ 2162266 w 2302893"/>
                <a:gd name="csY177" fmla="*/ 1393397 h 2302875"/>
                <a:gd name="csX178" fmla="*/ 2152759 w 2302893"/>
                <a:gd name="csY178" fmla="*/ 1383555 h 2302875"/>
                <a:gd name="csX179" fmla="*/ 2152759 w 2302893"/>
                <a:gd name="csY179" fmla="*/ 1383555 h 2302875"/>
                <a:gd name="csX180" fmla="*/ 2143235 w 2302893"/>
                <a:gd name="csY180" fmla="*/ 1373714 h 2302875"/>
                <a:gd name="csX181" fmla="*/ 2143235 w 2302893"/>
                <a:gd name="csY181" fmla="*/ 1373714 h 2302875"/>
                <a:gd name="csX182" fmla="*/ 2142918 w 2302893"/>
                <a:gd name="csY182" fmla="*/ 1373414 h 2302875"/>
                <a:gd name="csX183" fmla="*/ 2130857 w 2302893"/>
                <a:gd name="csY183" fmla="*/ 1361661 h 2302875"/>
                <a:gd name="csX184" fmla="*/ 2127051 w 2302893"/>
                <a:gd name="csY184" fmla="*/ 1358180 h 2302875"/>
                <a:gd name="csX185" fmla="*/ 2119747 w 2302893"/>
                <a:gd name="csY185" fmla="*/ 1351520 h 2302875"/>
                <a:gd name="csX186" fmla="*/ 1650977 w 2302893"/>
                <a:gd name="csY186" fmla="*/ 1151292 h 2302875"/>
                <a:gd name="csX187" fmla="*/ 1650977 w 2302893"/>
                <a:gd name="csY187" fmla="*/ 1151292 h 230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</a:cxnLst>
              <a:rect l="l" t="t" r="r" b="b"/>
              <a:pathLst>
                <a:path w="2302893" h="2302875">
                  <a:moveTo>
                    <a:pt x="1650977" y="1151292"/>
                  </a:moveTo>
                  <a:cubicBezTo>
                    <a:pt x="1557031" y="1112244"/>
                    <a:pt x="1458327" y="1055434"/>
                    <a:pt x="1354865" y="954510"/>
                  </a:cubicBezTo>
                  <a:cubicBezTo>
                    <a:pt x="1248866" y="847551"/>
                    <a:pt x="1190462" y="745993"/>
                    <a:pt x="1150480" y="649201"/>
                  </a:cubicBezTo>
                  <a:cubicBezTo>
                    <a:pt x="1087635" y="481317"/>
                    <a:pt x="1079697" y="326746"/>
                    <a:pt x="951478" y="183302"/>
                  </a:cubicBezTo>
                  <a:cubicBezTo>
                    <a:pt x="949258" y="180756"/>
                    <a:pt x="947029" y="178210"/>
                    <a:pt x="944500" y="175681"/>
                  </a:cubicBezTo>
                  <a:lnTo>
                    <a:pt x="941328" y="172184"/>
                  </a:lnTo>
                  <a:cubicBezTo>
                    <a:pt x="937522" y="168069"/>
                    <a:pt x="933390" y="163928"/>
                    <a:pt x="929584" y="159814"/>
                  </a:cubicBezTo>
                  <a:lnTo>
                    <a:pt x="929266" y="159814"/>
                  </a:lnTo>
                  <a:lnTo>
                    <a:pt x="929266" y="159814"/>
                  </a:lnTo>
                  <a:cubicBezTo>
                    <a:pt x="926103" y="156650"/>
                    <a:pt x="922606" y="153153"/>
                    <a:pt x="919442" y="150290"/>
                  </a:cubicBezTo>
                  <a:lnTo>
                    <a:pt x="919442" y="150290"/>
                  </a:lnTo>
                  <a:cubicBezTo>
                    <a:pt x="915945" y="147126"/>
                    <a:pt x="912782" y="143946"/>
                    <a:pt x="909275" y="140766"/>
                  </a:cubicBezTo>
                  <a:lnTo>
                    <a:pt x="909275" y="140766"/>
                  </a:lnTo>
                  <a:cubicBezTo>
                    <a:pt x="906104" y="137602"/>
                    <a:pt x="902615" y="134756"/>
                    <a:pt x="899117" y="131893"/>
                  </a:cubicBezTo>
                  <a:lnTo>
                    <a:pt x="899117" y="131893"/>
                  </a:lnTo>
                  <a:cubicBezTo>
                    <a:pt x="895628" y="128713"/>
                    <a:pt x="892139" y="125866"/>
                    <a:pt x="888641" y="123003"/>
                  </a:cubicBezTo>
                  <a:lnTo>
                    <a:pt x="888641" y="123003"/>
                  </a:lnTo>
                  <a:cubicBezTo>
                    <a:pt x="885152" y="120157"/>
                    <a:pt x="881663" y="117294"/>
                    <a:pt x="878166" y="114748"/>
                  </a:cubicBezTo>
                  <a:lnTo>
                    <a:pt x="878166" y="114748"/>
                  </a:lnTo>
                  <a:cubicBezTo>
                    <a:pt x="874677" y="111902"/>
                    <a:pt x="870862" y="109039"/>
                    <a:pt x="867373" y="106493"/>
                  </a:cubicBezTo>
                  <a:lnTo>
                    <a:pt x="867373" y="106493"/>
                  </a:lnTo>
                  <a:cubicBezTo>
                    <a:pt x="863884" y="103646"/>
                    <a:pt x="860069" y="101100"/>
                    <a:pt x="856263" y="98572"/>
                  </a:cubicBezTo>
                  <a:lnTo>
                    <a:pt x="856263" y="98572"/>
                  </a:lnTo>
                  <a:cubicBezTo>
                    <a:pt x="852774" y="96026"/>
                    <a:pt x="848968" y="93480"/>
                    <a:pt x="845470" y="90934"/>
                  </a:cubicBezTo>
                  <a:lnTo>
                    <a:pt x="845470" y="90934"/>
                  </a:lnTo>
                  <a:cubicBezTo>
                    <a:pt x="841673" y="88722"/>
                    <a:pt x="837849" y="86176"/>
                    <a:pt x="834043" y="83630"/>
                  </a:cubicBezTo>
                  <a:lnTo>
                    <a:pt x="834043" y="83630"/>
                  </a:lnTo>
                  <a:cubicBezTo>
                    <a:pt x="830246" y="81418"/>
                    <a:pt x="826431" y="79189"/>
                    <a:pt x="822616" y="76660"/>
                  </a:cubicBezTo>
                  <a:lnTo>
                    <a:pt x="822616" y="76660"/>
                  </a:lnTo>
                  <a:cubicBezTo>
                    <a:pt x="818818" y="74431"/>
                    <a:pt x="815004" y="72203"/>
                    <a:pt x="811189" y="69983"/>
                  </a:cubicBezTo>
                  <a:lnTo>
                    <a:pt x="811189" y="69983"/>
                  </a:lnTo>
                  <a:cubicBezTo>
                    <a:pt x="803577" y="65859"/>
                    <a:pt x="795647" y="61744"/>
                    <a:pt x="787709" y="57612"/>
                  </a:cubicBezTo>
                  <a:lnTo>
                    <a:pt x="787709" y="57612"/>
                  </a:lnTo>
                  <a:cubicBezTo>
                    <a:pt x="629983" y="-21083"/>
                    <a:pt x="440188" y="-20440"/>
                    <a:pt x="281811" y="67454"/>
                  </a:cubicBezTo>
                  <a:lnTo>
                    <a:pt x="281811" y="67454"/>
                  </a:lnTo>
                  <a:cubicBezTo>
                    <a:pt x="270076" y="74114"/>
                    <a:pt x="258331" y="81101"/>
                    <a:pt x="246904" y="88713"/>
                  </a:cubicBezTo>
                  <a:lnTo>
                    <a:pt x="246904" y="88713"/>
                  </a:lnTo>
                  <a:cubicBezTo>
                    <a:pt x="243098" y="91259"/>
                    <a:pt x="239283" y="93788"/>
                    <a:pt x="235477" y="96317"/>
                  </a:cubicBezTo>
                  <a:lnTo>
                    <a:pt x="235477" y="96317"/>
                  </a:lnTo>
                  <a:cubicBezTo>
                    <a:pt x="231671" y="99198"/>
                    <a:pt x="227856" y="101726"/>
                    <a:pt x="224050" y="104590"/>
                  </a:cubicBezTo>
                  <a:lnTo>
                    <a:pt x="224050" y="104590"/>
                  </a:lnTo>
                  <a:cubicBezTo>
                    <a:pt x="216746" y="109982"/>
                    <a:pt x="209142" y="115691"/>
                    <a:pt x="202156" y="121735"/>
                  </a:cubicBezTo>
                  <a:lnTo>
                    <a:pt x="202156" y="121735"/>
                  </a:lnTo>
                  <a:cubicBezTo>
                    <a:pt x="198349" y="124581"/>
                    <a:pt x="194843" y="127427"/>
                    <a:pt x="191046" y="130607"/>
                  </a:cubicBezTo>
                  <a:lnTo>
                    <a:pt x="191046" y="130607"/>
                  </a:lnTo>
                  <a:cubicBezTo>
                    <a:pt x="184068" y="136634"/>
                    <a:pt x="177072" y="142977"/>
                    <a:pt x="170094" y="149647"/>
                  </a:cubicBezTo>
                  <a:lnTo>
                    <a:pt x="170094" y="149647"/>
                  </a:lnTo>
                  <a:cubicBezTo>
                    <a:pt x="166614" y="153144"/>
                    <a:pt x="163125" y="156325"/>
                    <a:pt x="159619" y="159805"/>
                  </a:cubicBezTo>
                  <a:lnTo>
                    <a:pt x="159619" y="159805"/>
                  </a:lnTo>
                  <a:cubicBezTo>
                    <a:pt x="156456" y="163285"/>
                    <a:pt x="152958" y="166466"/>
                    <a:pt x="149786" y="169964"/>
                  </a:cubicBezTo>
                  <a:lnTo>
                    <a:pt x="149786" y="169964"/>
                  </a:lnTo>
                  <a:cubicBezTo>
                    <a:pt x="143125" y="176933"/>
                    <a:pt x="136773" y="183928"/>
                    <a:pt x="130747" y="191223"/>
                  </a:cubicBezTo>
                  <a:lnTo>
                    <a:pt x="130747" y="191223"/>
                  </a:lnTo>
                  <a:cubicBezTo>
                    <a:pt x="127575" y="194704"/>
                    <a:pt x="124720" y="198210"/>
                    <a:pt x="121540" y="202007"/>
                  </a:cubicBezTo>
                  <a:lnTo>
                    <a:pt x="121540" y="202007"/>
                  </a:lnTo>
                  <a:cubicBezTo>
                    <a:pt x="115831" y="209311"/>
                    <a:pt x="110113" y="216606"/>
                    <a:pt x="104403" y="224227"/>
                  </a:cubicBezTo>
                  <a:lnTo>
                    <a:pt x="104403" y="224227"/>
                  </a:lnTo>
                  <a:cubicBezTo>
                    <a:pt x="101866" y="227725"/>
                    <a:pt x="99003" y="231531"/>
                    <a:pt x="96465" y="235329"/>
                  </a:cubicBezTo>
                  <a:lnTo>
                    <a:pt x="96465" y="235329"/>
                  </a:lnTo>
                  <a:cubicBezTo>
                    <a:pt x="93928" y="239143"/>
                    <a:pt x="91390" y="242950"/>
                    <a:pt x="88853" y="246764"/>
                  </a:cubicBezTo>
                  <a:lnTo>
                    <a:pt x="88853" y="246764"/>
                  </a:lnTo>
                  <a:cubicBezTo>
                    <a:pt x="81223" y="258183"/>
                    <a:pt x="73928" y="269919"/>
                    <a:pt x="67584" y="281989"/>
                  </a:cubicBezTo>
                  <a:lnTo>
                    <a:pt x="67584" y="281989"/>
                  </a:lnTo>
                  <a:cubicBezTo>
                    <a:pt x="-20326" y="440032"/>
                    <a:pt x="-21278" y="630144"/>
                    <a:pt x="57752" y="787886"/>
                  </a:cubicBezTo>
                  <a:lnTo>
                    <a:pt x="57752" y="787886"/>
                  </a:lnTo>
                  <a:cubicBezTo>
                    <a:pt x="61558" y="795825"/>
                    <a:pt x="65690" y="803437"/>
                    <a:pt x="70122" y="811058"/>
                  </a:cubicBezTo>
                  <a:lnTo>
                    <a:pt x="70122" y="811058"/>
                  </a:lnTo>
                  <a:cubicBezTo>
                    <a:pt x="72351" y="815173"/>
                    <a:pt x="74563" y="818979"/>
                    <a:pt x="76791" y="822794"/>
                  </a:cubicBezTo>
                  <a:lnTo>
                    <a:pt x="76791" y="822794"/>
                  </a:lnTo>
                  <a:cubicBezTo>
                    <a:pt x="79012" y="826591"/>
                    <a:pt x="81549" y="830398"/>
                    <a:pt x="83769" y="834212"/>
                  </a:cubicBezTo>
                  <a:lnTo>
                    <a:pt x="83769" y="834212"/>
                  </a:lnTo>
                  <a:cubicBezTo>
                    <a:pt x="86307" y="837710"/>
                    <a:pt x="88527" y="841516"/>
                    <a:pt x="91073" y="845331"/>
                  </a:cubicBezTo>
                  <a:lnTo>
                    <a:pt x="91073" y="845331"/>
                  </a:lnTo>
                  <a:cubicBezTo>
                    <a:pt x="93611" y="849129"/>
                    <a:pt x="96148" y="852635"/>
                    <a:pt x="98694" y="856450"/>
                  </a:cubicBezTo>
                  <a:lnTo>
                    <a:pt x="98694" y="856450"/>
                  </a:lnTo>
                  <a:cubicBezTo>
                    <a:pt x="101232" y="859929"/>
                    <a:pt x="103769" y="863736"/>
                    <a:pt x="106632" y="867234"/>
                  </a:cubicBezTo>
                  <a:lnTo>
                    <a:pt x="106632" y="867234"/>
                  </a:lnTo>
                  <a:cubicBezTo>
                    <a:pt x="109170" y="871031"/>
                    <a:pt x="112024" y="874537"/>
                    <a:pt x="114562" y="878018"/>
                  </a:cubicBezTo>
                  <a:lnTo>
                    <a:pt x="114562" y="878018"/>
                  </a:lnTo>
                  <a:cubicBezTo>
                    <a:pt x="117416" y="881515"/>
                    <a:pt x="120280" y="884996"/>
                    <a:pt x="123126" y="888802"/>
                  </a:cubicBezTo>
                  <a:lnTo>
                    <a:pt x="123126" y="888802"/>
                  </a:lnTo>
                  <a:cubicBezTo>
                    <a:pt x="125989" y="892317"/>
                    <a:pt x="128844" y="895480"/>
                    <a:pt x="131698" y="898960"/>
                  </a:cubicBezTo>
                  <a:lnTo>
                    <a:pt x="131698" y="898960"/>
                  </a:lnTo>
                  <a:cubicBezTo>
                    <a:pt x="134870" y="902458"/>
                    <a:pt x="137733" y="905947"/>
                    <a:pt x="140905" y="909444"/>
                  </a:cubicBezTo>
                  <a:lnTo>
                    <a:pt x="140905" y="909444"/>
                  </a:lnTo>
                  <a:cubicBezTo>
                    <a:pt x="143760" y="912608"/>
                    <a:pt x="146932" y="916105"/>
                    <a:pt x="150103" y="919269"/>
                  </a:cubicBezTo>
                  <a:lnTo>
                    <a:pt x="150103" y="919269"/>
                  </a:lnTo>
                  <a:cubicBezTo>
                    <a:pt x="153275" y="922766"/>
                    <a:pt x="156456" y="925929"/>
                    <a:pt x="159619" y="929110"/>
                  </a:cubicBezTo>
                  <a:lnTo>
                    <a:pt x="159619" y="929110"/>
                  </a:lnTo>
                  <a:lnTo>
                    <a:pt x="161848" y="931339"/>
                  </a:lnTo>
                  <a:cubicBezTo>
                    <a:pt x="163116" y="932590"/>
                    <a:pt x="164385" y="933867"/>
                    <a:pt x="165645" y="935136"/>
                  </a:cubicBezTo>
                  <a:cubicBezTo>
                    <a:pt x="167557" y="936731"/>
                    <a:pt x="169143" y="938317"/>
                    <a:pt x="171046" y="940228"/>
                  </a:cubicBezTo>
                  <a:lnTo>
                    <a:pt x="171046" y="940228"/>
                  </a:lnTo>
                  <a:cubicBezTo>
                    <a:pt x="317679" y="1079231"/>
                    <a:pt x="476681" y="1085575"/>
                    <a:pt x="649331" y="1150641"/>
                  </a:cubicBezTo>
                  <a:cubicBezTo>
                    <a:pt x="745498" y="1190305"/>
                    <a:pt x="847048" y="1248401"/>
                    <a:pt x="953381" y="1353766"/>
                  </a:cubicBezTo>
                  <a:cubicBezTo>
                    <a:pt x="1054948" y="1457544"/>
                    <a:pt x="1112067" y="1556557"/>
                    <a:pt x="1151423" y="1650820"/>
                  </a:cubicBezTo>
                  <a:cubicBezTo>
                    <a:pt x="1215537" y="1819981"/>
                    <a:pt x="1222515" y="1975486"/>
                    <a:pt x="1351685" y="2119582"/>
                  </a:cubicBezTo>
                  <a:cubicBezTo>
                    <a:pt x="1353914" y="2122110"/>
                    <a:pt x="1356134" y="2124674"/>
                    <a:pt x="1358346" y="2127202"/>
                  </a:cubicBezTo>
                  <a:lnTo>
                    <a:pt x="1361518" y="2130683"/>
                  </a:lnTo>
                  <a:cubicBezTo>
                    <a:pt x="1365641" y="2134815"/>
                    <a:pt x="1369456" y="2138938"/>
                    <a:pt x="1373579" y="2142753"/>
                  </a:cubicBezTo>
                  <a:lnTo>
                    <a:pt x="1373579" y="2143070"/>
                  </a:lnTo>
                  <a:lnTo>
                    <a:pt x="1373579" y="2143070"/>
                  </a:lnTo>
                  <a:cubicBezTo>
                    <a:pt x="1377068" y="2146234"/>
                    <a:pt x="1380240" y="2149731"/>
                    <a:pt x="1383412" y="2152894"/>
                  </a:cubicBezTo>
                  <a:lnTo>
                    <a:pt x="1383412" y="2152894"/>
                  </a:lnTo>
                  <a:cubicBezTo>
                    <a:pt x="1386901" y="2155757"/>
                    <a:pt x="1390073" y="2158938"/>
                    <a:pt x="1393570" y="2162101"/>
                  </a:cubicBezTo>
                  <a:lnTo>
                    <a:pt x="1393570" y="2162101"/>
                  </a:lnTo>
                  <a:cubicBezTo>
                    <a:pt x="1397059" y="2165282"/>
                    <a:pt x="1400548" y="2168127"/>
                    <a:pt x="1403729" y="2170974"/>
                  </a:cubicBezTo>
                  <a:lnTo>
                    <a:pt x="1403729" y="2170974"/>
                  </a:lnTo>
                  <a:cubicBezTo>
                    <a:pt x="1407218" y="2174154"/>
                    <a:pt x="1410715" y="2177017"/>
                    <a:pt x="1414204" y="2179863"/>
                  </a:cubicBezTo>
                  <a:lnTo>
                    <a:pt x="1414204" y="2179863"/>
                  </a:lnTo>
                  <a:cubicBezTo>
                    <a:pt x="1417702" y="2182726"/>
                    <a:pt x="1421182" y="2185590"/>
                    <a:pt x="1425006" y="2188119"/>
                  </a:cubicBezTo>
                  <a:lnTo>
                    <a:pt x="1425006" y="2188119"/>
                  </a:lnTo>
                  <a:cubicBezTo>
                    <a:pt x="1428495" y="2190982"/>
                    <a:pt x="1431975" y="2193828"/>
                    <a:pt x="1435481" y="2196391"/>
                  </a:cubicBezTo>
                  <a:lnTo>
                    <a:pt x="1435481" y="2196391"/>
                  </a:lnTo>
                  <a:cubicBezTo>
                    <a:pt x="1439279" y="2199237"/>
                    <a:pt x="1442776" y="2201766"/>
                    <a:pt x="1446591" y="2204312"/>
                  </a:cubicBezTo>
                  <a:lnTo>
                    <a:pt x="1446591" y="2204312"/>
                  </a:lnTo>
                  <a:cubicBezTo>
                    <a:pt x="1450072" y="2206858"/>
                    <a:pt x="1453895" y="2209387"/>
                    <a:pt x="1457693" y="2211933"/>
                  </a:cubicBezTo>
                  <a:lnTo>
                    <a:pt x="1457693" y="2211933"/>
                  </a:lnTo>
                  <a:cubicBezTo>
                    <a:pt x="1461182" y="2214162"/>
                    <a:pt x="1464996" y="2216691"/>
                    <a:pt x="1468803" y="2219237"/>
                  </a:cubicBezTo>
                  <a:lnTo>
                    <a:pt x="1468803" y="2219237"/>
                  </a:lnTo>
                  <a:cubicBezTo>
                    <a:pt x="1472609" y="2221466"/>
                    <a:pt x="1476423" y="2223694"/>
                    <a:pt x="1480230" y="2226215"/>
                  </a:cubicBezTo>
                  <a:lnTo>
                    <a:pt x="1480230" y="2226215"/>
                  </a:lnTo>
                  <a:cubicBezTo>
                    <a:pt x="1484036" y="2228444"/>
                    <a:pt x="1487851" y="2230673"/>
                    <a:pt x="1491657" y="2232876"/>
                  </a:cubicBezTo>
                  <a:lnTo>
                    <a:pt x="1491657" y="2232876"/>
                  </a:lnTo>
                  <a:cubicBezTo>
                    <a:pt x="1499595" y="2237008"/>
                    <a:pt x="1507207" y="2241131"/>
                    <a:pt x="1515137" y="2245246"/>
                  </a:cubicBezTo>
                  <a:lnTo>
                    <a:pt x="1515137" y="2245246"/>
                  </a:lnTo>
                  <a:cubicBezTo>
                    <a:pt x="1672871" y="2323959"/>
                    <a:pt x="1862666" y="2323324"/>
                    <a:pt x="2021034" y="2235422"/>
                  </a:cubicBezTo>
                  <a:lnTo>
                    <a:pt x="2021034" y="2235422"/>
                  </a:lnTo>
                  <a:cubicBezTo>
                    <a:pt x="2033096" y="2228744"/>
                    <a:pt x="2044515" y="2221774"/>
                    <a:pt x="2056259" y="2214153"/>
                  </a:cubicBezTo>
                  <a:lnTo>
                    <a:pt x="2056259" y="2214153"/>
                  </a:lnTo>
                  <a:cubicBezTo>
                    <a:pt x="2060065" y="2211607"/>
                    <a:pt x="2063880" y="2209079"/>
                    <a:pt x="2067686" y="2206533"/>
                  </a:cubicBezTo>
                  <a:lnTo>
                    <a:pt x="2067686" y="2206533"/>
                  </a:lnTo>
                  <a:cubicBezTo>
                    <a:pt x="2071492" y="2203669"/>
                    <a:pt x="2074990" y="2201140"/>
                    <a:pt x="2078796" y="2198277"/>
                  </a:cubicBezTo>
                  <a:lnTo>
                    <a:pt x="2078796" y="2198277"/>
                  </a:lnTo>
                  <a:cubicBezTo>
                    <a:pt x="2086417" y="2192868"/>
                    <a:pt x="2093712" y="2187176"/>
                    <a:pt x="2101016" y="2181449"/>
                  </a:cubicBezTo>
                  <a:lnTo>
                    <a:pt x="2101016" y="2181132"/>
                  </a:lnTo>
                  <a:cubicBezTo>
                    <a:pt x="2104505" y="2178286"/>
                    <a:pt x="2108320" y="2175423"/>
                    <a:pt x="2111809" y="2172259"/>
                  </a:cubicBezTo>
                  <a:lnTo>
                    <a:pt x="2111809" y="2172259"/>
                  </a:lnTo>
                  <a:cubicBezTo>
                    <a:pt x="2118787" y="2166216"/>
                    <a:pt x="2126090" y="2159889"/>
                    <a:pt x="2132751" y="2153203"/>
                  </a:cubicBezTo>
                  <a:lnTo>
                    <a:pt x="2132751" y="2153203"/>
                  </a:lnTo>
                  <a:cubicBezTo>
                    <a:pt x="2136240" y="2149722"/>
                    <a:pt x="2139738" y="2146542"/>
                    <a:pt x="2143227" y="2143053"/>
                  </a:cubicBezTo>
                  <a:lnTo>
                    <a:pt x="2143227" y="2143053"/>
                  </a:lnTo>
                  <a:cubicBezTo>
                    <a:pt x="2146716" y="2139873"/>
                    <a:pt x="2149888" y="2136392"/>
                    <a:pt x="2153385" y="2132895"/>
                  </a:cubicBezTo>
                  <a:lnTo>
                    <a:pt x="2153385" y="2132895"/>
                  </a:lnTo>
                  <a:cubicBezTo>
                    <a:pt x="2159729" y="2125908"/>
                    <a:pt x="2166081" y="2118930"/>
                    <a:pt x="2172433" y="2111626"/>
                  </a:cubicBezTo>
                  <a:lnTo>
                    <a:pt x="2172433" y="2111626"/>
                  </a:lnTo>
                  <a:cubicBezTo>
                    <a:pt x="2175288" y="2108146"/>
                    <a:pt x="2178460" y="2104640"/>
                    <a:pt x="2181323" y="2100842"/>
                  </a:cubicBezTo>
                  <a:lnTo>
                    <a:pt x="2181323" y="2100842"/>
                  </a:lnTo>
                  <a:cubicBezTo>
                    <a:pt x="2187349" y="2093538"/>
                    <a:pt x="2193059" y="2086243"/>
                    <a:pt x="2198451" y="2078622"/>
                  </a:cubicBezTo>
                  <a:lnTo>
                    <a:pt x="2198451" y="2078622"/>
                  </a:lnTo>
                  <a:cubicBezTo>
                    <a:pt x="2201314" y="2075124"/>
                    <a:pt x="2203852" y="2071318"/>
                    <a:pt x="2206389" y="2067521"/>
                  </a:cubicBezTo>
                  <a:lnTo>
                    <a:pt x="2206389" y="2067521"/>
                  </a:lnTo>
                  <a:cubicBezTo>
                    <a:pt x="2209244" y="2063706"/>
                    <a:pt x="2211790" y="2059883"/>
                    <a:pt x="2214327" y="2056085"/>
                  </a:cubicBezTo>
                  <a:lnTo>
                    <a:pt x="2214327" y="2056085"/>
                  </a:lnTo>
                  <a:cubicBezTo>
                    <a:pt x="2221948" y="2044666"/>
                    <a:pt x="2228926" y="2032914"/>
                    <a:pt x="2235587" y="2021178"/>
                  </a:cubicBezTo>
                  <a:lnTo>
                    <a:pt x="2235587" y="2020861"/>
                  </a:lnTo>
                  <a:cubicBezTo>
                    <a:pt x="2323189" y="1862801"/>
                    <a:pt x="2324132" y="1672689"/>
                    <a:pt x="2245102" y="1514963"/>
                  </a:cubicBezTo>
                  <a:lnTo>
                    <a:pt x="2245102" y="1514963"/>
                  </a:lnTo>
                  <a:cubicBezTo>
                    <a:pt x="2241305" y="1507025"/>
                    <a:pt x="2237173" y="1499413"/>
                    <a:pt x="2232732" y="1491791"/>
                  </a:cubicBezTo>
                  <a:lnTo>
                    <a:pt x="2232732" y="1491791"/>
                  </a:lnTo>
                  <a:cubicBezTo>
                    <a:pt x="2230512" y="1487668"/>
                    <a:pt x="2228292" y="1483854"/>
                    <a:pt x="2226071" y="1480039"/>
                  </a:cubicBezTo>
                  <a:lnTo>
                    <a:pt x="2226071" y="1480039"/>
                  </a:lnTo>
                  <a:cubicBezTo>
                    <a:pt x="2223851" y="1476241"/>
                    <a:pt x="2221622" y="1472435"/>
                    <a:pt x="2219093" y="1468620"/>
                  </a:cubicBezTo>
                  <a:lnTo>
                    <a:pt x="2219093" y="1468620"/>
                  </a:lnTo>
                  <a:cubicBezTo>
                    <a:pt x="2216873" y="1465139"/>
                    <a:pt x="2214327" y="1461316"/>
                    <a:pt x="2211790" y="1457519"/>
                  </a:cubicBezTo>
                  <a:lnTo>
                    <a:pt x="2211790" y="1457519"/>
                  </a:lnTo>
                  <a:cubicBezTo>
                    <a:pt x="2209561" y="1453704"/>
                    <a:pt x="2207023" y="1450215"/>
                    <a:pt x="2204477" y="1446400"/>
                  </a:cubicBezTo>
                  <a:lnTo>
                    <a:pt x="2204477" y="1446400"/>
                  </a:lnTo>
                  <a:cubicBezTo>
                    <a:pt x="2201631" y="1442920"/>
                    <a:pt x="2199085" y="1439114"/>
                    <a:pt x="2196548" y="1435616"/>
                  </a:cubicBezTo>
                  <a:lnTo>
                    <a:pt x="2196548" y="1435616"/>
                  </a:lnTo>
                  <a:cubicBezTo>
                    <a:pt x="2193693" y="1431801"/>
                    <a:pt x="2191147" y="1428312"/>
                    <a:pt x="2188301" y="1424832"/>
                  </a:cubicBezTo>
                  <a:lnTo>
                    <a:pt x="2188301" y="1424832"/>
                  </a:lnTo>
                  <a:cubicBezTo>
                    <a:pt x="2185438" y="1421334"/>
                    <a:pt x="2182901" y="1417845"/>
                    <a:pt x="2180037" y="1414347"/>
                  </a:cubicBezTo>
                  <a:lnTo>
                    <a:pt x="2180037" y="1414030"/>
                  </a:lnTo>
                  <a:cubicBezTo>
                    <a:pt x="2177182" y="1410533"/>
                    <a:pt x="2174011" y="1407370"/>
                    <a:pt x="2171156" y="1403880"/>
                  </a:cubicBezTo>
                  <a:lnTo>
                    <a:pt x="2171156" y="1403880"/>
                  </a:lnTo>
                  <a:cubicBezTo>
                    <a:pt x="2168302" y="1400383"/>
                    <a:pt x="2165130" y="1396885"/>
                    <a:pt x="2162266" y="1393397"/>
                  </a:cubicBezTo>
                  <a:lnTo>
                    <a:pt x="2162266" y="1393397"/>
                  </a:lnTo>
                  <a:cubicBezTo>
                    <a:pt x="2159103" y="1390216"/>
                    <a:pt x="2155923" y="1386735"/>
                    <a:pt x="2152759" y="1383555"/>
                  </a:cubicBezTo>
                  <a:lnTo>
                    <a:pt x="2152759" y="1383555"/>
                  </a:lnTo>
                  <a:cubicBezTo>
                    <a:pt x="2149579" y="1380075"/>
                    <a:pt x="2146407" y="1376895"/>
                    <a:pt x="2143235" y="1373714"/>
                  </a:cubicBezTo>
                  <a:lnTo>
                    <a:pt x="2143235" y="1373714"/>
                  </a:lnTo>
                  <a:lnTo>
                    <a:pt x="2142918" y="1373414"/>
                  </a:lnTo>
                  <a:cubicBezTo>
                    <a:pt x="2138795" y="1369282"/>
                    <a:pt x="2134980" y="1365476"/>
                    <a:pt x="2130857" y="1361661"/>
                  </a:cubicBezTo>
                  <a:cubicBezTo>
                    <a:pt x="2129597" y="1360392"/>
                    <a:pt x="2128319" y="1359449"/>
                    <a:pt x="2127051" y="1358180"/>
                  </a:cubicBezTo>
                  <a:cubicBezTo>
                    <a:pt x="2124513" y="1355952"/>
                    <a:pt x="2122293" y="1353740"/>
                    <a:pt x="2119747" y="1351520"/>
                  </a:cubicBezTo>
                  <a:cubicBezTo>
                    <a:pt x="1975652" y="1222367"/>
                    <a:pt x="1819821" y="1215397"/>
                    <a:pt x="1650977" y="1151292"/>
                  </a:cubicBezTo>
                  <a:lnTo>
                    <a:pt x="1650977" y="1151292"/>
                  </a:lnTo>
                  <a:close/>
                </a:path>
              </a:pathLst>
            </a:custGeom>
            <a:solidFill>
              <a:srgbClr val="2562E8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EDCD5FF-F74A-00BF-68DC-CD2507F23C81}"/>
                </a:ext>
              </a:extLst>
            </p:cNvPr>
            <p:cNvSpPr/>
            <p:nvPr/>
          </p:nvSpPr>
          <p:spPr>
            <a:xfrm>
              <a:off x="10811321" y="4056496"/>
              <a:ext cx="943480" cy="943465"/>
            </a:xfrm>
            <a:custGeom>
              <a:avLst/>
              <a:gdLst>
                <a:gd name="csX0" fmla="*/ 805423 w 943480"/>
                <a:gd name="csY0" fmla="*/ 138058 h 943465"/>
                <a:gd name="csX1" fmla="*/ 138302 w 943480"/>
                <a:gd name="csY1" fmla="*/ 138058 h 943465"/>
                <a:gd name="csX2" fmla="*/ 138302 w 943480"/>
                <a:gd name="csY2" fmla="*/ 805170 h 943465"/>
                <a:gd name="csX3" fmla="*/ 805423 w 943480"/>
                <a:gd name="csY3" fmla="*/ 805170 h 943465"/>
                <a:gd name="csX4" fmla="*/ 805423 w 943480"/>
                <a:gd name="csY4" fmla="*/ 138058 h 943465"/>
                <a:gd name="csX5" fmla="*/ 805423 w 943480"/>
                <a:gd name="csY5" fmla="*/ 138058 h 943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480" h="943465">
                  <a:moveTo>
                    <a:pt x="805423" y="138058"/>
                  </a:moveTo>
                  <a:cubicBezTo>
                    <a:pt x="621020" y="-46019"/>
                    <a:pt x="322371" y="-46019"/>
                    <a:pt x="138302" y="138058"/>
                  </a:cubicBezTo>
                  <a:cubicBezTo>
                    <a:pt x="-46101" y="322452"/>
                    <a:pt x="-46101" y="621101"/>
                    <a:pt x="138302" y="805170"/>
                  </a:cubicBezTo>
                  <a:cubicBezTo>
                    <a:pt x="322380" y="989565"/>
                    <a:pt x="621020" y="989565"/>
                    <a:pt x="805423" y="805170"/>
                  </a:cubicBezTo>
                  <a:cubicBezTo>
                    <a:pt x="989500" y="621092"/>
                    <a:pt x="989500" y="322452"/>
                    <a:pt x="805423" y="138058"/>
                  </a:cubicBezTo>
                  <a:lnTo>
                    <a:pt x="805423" y="138058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E684CE2-91CC-DA7C-DC25-0DD783898CAD}"/>
                </a:ext>
              </a:extLst>
            </p:cNvPr>
            <p:cNvSpPr/>
            <p:nvPr/>
          </p:nvSpPr>
          <p:spPr>
            <a:xfrm>
              <a:off x="12034404" y="5269177"/>
              <a:ext cx="943566" cy="943549"/>
            </a:xfrm>
            <a:custGeom>
              <a:avLst/>
              <a:gdLst>
                <a:gd name="csX0" fmla="*/ 471942 w 943566"/>
                <a:gd name="csY0" fmla="*/ 943550 h 943549"/>
                <a:gd name="csX1" fmla="*/ 943566 w 943566"/>
                <a:gd name="csY1" fmla="*/ 471942 h 943549"/>
                <a:gd name="csX2" fmla="*/ 471942 w 943566"/>
                <a:gd name="csY2" fmla="*/ 0 h 943549"/>
                <a:gd name="csX3" fmla="*/ 0 w 943566"/>
                <a:gd name="csY3" fmla="*/ 471942 h 943549"/>
                <a:gd name="csX4" fmla="*/ 471942 w 943566"/>
                <a:gd name="csY4" fmla="*/ 943550 h 943549"/>
                <a:gd name="csX5" fmla="*/ 471942 w 943566"/>
                <a:gd name="csY5" fmla="*/ 943550 h 943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566" h="943549">
                  <a:moveTo>
                    <a:pt x="471942" y="943550"/>
                  </a:moveTo>
                  <a:cubicBezTo>
                    <a:pt x="731551" y="943550"/>
                    <a:pt x="943566" y="731560"/>
                    <a:pt x="943566" y="471942"/>
                  </a:cubicBezTo>
                  <a:cubicBezTo>
                    <a:pt x="943566" y="212007"/>
                    <a:pt x="731560" y="0"/>
                    <a:pt x="471942" y="0"/>
                  </a:cubicBezTo>
                  <a:cubicBezTo>
                    <a:pt x="212015" y="0"/>
                    <a:pt x="0" y="212007"/>
                    <a:pt x="0" y="471942"/>
                  </a:cubicBezTo>
                  <a:cubicBezTo>
                    <a:pt x="0" y="731560"/>
                    <a:pt x="212007" y="943550"/>
                    <a:pt x="471942" y="943550"/>
                  </a:cubicBezTo>
                  <a:lnTo>
                    <a:pt x="471942" y="943550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A44393-FC3E-514B-B03D-E96047912B64}"/>
                </a:ext>
              </a:extLst>
            </p:cNvPr>
            <p:cNvSpPr/>
            <p:nvPr/>
          </p:nvSpPr>
          <p:spPr>
            <a:xfrm>
              <a:off x="10737300" y="1054760"/>
              <a:ext cx="2302893" cy="2302883"/>
            </a:xfrm>
            <a:custGeom>
              <a:avLst/>
              <a:gdLst>
                <a:gd name="csX0" fmla="*/ 1650977 w 2302893"/>
                <a:gd name="csY0" fmla="*/ 1151754 h 2302883"/>
                <a:gd name="csX1" fmla="*/ 1354865 w 2302893"/>
                <a:gd name="csY1" fmla="*/ 1348527 h 2302883"/>
                <a:gd name="csX2" fmla="*/ 1150480 w 2302893"/>
                <a:gd name="csY2" fmla="*/ 1653837 h 2302883"/>
                <a:gd name="csX3" fmla="*/ 951478 w 2302893"/>
                <a:gd name="csY3" fmla="*/ 2119744 h 2302883"/>
                <a:gd name="csX4" fmla="*/ 944500 w 2302893"/>
                <a:gd name="csY4" fmla="*/ 2127056 h 2302883"/>
                <a:gd name="csX5" fmla="*/ 941328 w 2302893"/>
                <a:gd name="csY5" fmla="*/ 2130537 h 2302883"/>
                <a:gd name="csX6" fmla="*/ 929584 w 2302893"/>
                <a:gd name="csY6" fmla="*/ 2142915 h 2302883"/>
                <a:gd name="csX7" fmla="*/ 929266 w 2302893"/>
                <a:gd name="csY7" fmla="*/ 2143224 h 2302883"/>
                <a:gd name="csX8" fmla="*/ 929266 w 2302893"/>
                <a:gd name="csY8" fmla="*/ 2143224 h 2302883"/>
                <a:gd name="csX9" fmla="*/ 919442 w 2302893"/>
                <a:gd name="csY9" fmla="*/ 2152748 h 2302883"/>
                <a:gd name="csX10" fmla="*/ 919442 w 2302893"/>
                <a:gd name="csY10" fmla="*/ 2152748 h 2302883"/>
                <a:gd name="csX11" fmla="*/ 909275 w 2302893"/>
                <a:gd name="csY11" fmla="*/ 2162272 h 2302883"/>
                <a:gd name="csX12" fmla="*/ 909275 w 2302893"/>
                <a:gd name="csY12" fmla="*/ 2162272 h 2302883"/>
                <a:gd name="csX13" fmla="*/ 899117 w 2302893"/>
                <a:gd name="csY13" fmla="*/ 2171153 h 2302883"/>
                <a:gd name="csX14" fmla="*/ 899117 w 2302893"/>
                <a:gd name="csY14" fmla="*/ 2171153 h 2302883"/>
                <a:gd name="csX15" fmla="*/ 888641 w 2302893"/>
                <a:gd name="csY15" fmla="*/ 2180043 h 2302883"/>
                <a:gd name="csX16" fmla="*/ 888641 w 2302893"/>
                <a:gd name="csY16" fmla="*/ 2180043 h 2302883"/>
                <a:gd name="csX17" fmla="*/ 878166 w 2302893"/>
                <a:gd name="csY17" fmla="*/ 2188289 h 2302883"/>
                <a:gd name="csX18" fmla="*/ 878166 w 2302893"/>
                <a:gd name="csY18" fmla="*/ 2188289 h 2302883"/>
                <a:gd name="csX19" fmla="*/ 867373 w 2302893"/>
                <a:gd name="csY19" fmla="*/ 2196545 h 2302883"/>
                <a:gd name="csX20" fmla="*/ 867373 w 2302893"/>
                <a:gd name="csY20" fmla="*/ 2196545 h 2302883"/>
                <a:gd name="csX21" fmla="*/ 856263 w 2302893"/>
                <a:gd name="csY21" fmla="*/ 2204483 h 2302883"/>
                <a:gd name="csX22" fmla="*/ 856263 w 2302893"/>
                <a:gd name="csY22" fmla="*/ 2204483 h 2302883"/>
                <a:gd name="csX23" fmla="*/ 845470 w 2302893"/>
                <a:gd name="csY23" fmla="*/ 2211787 h 2302883"/>
                <a:gd name="csX24" fmla="*/ 845470 w 2302893"/>
                <a:gd name="csY24" fmla="*/ 2211787 h 2302883"/>
                <a:gd name="csX25" fmla="*/ 834043 w 2302893"/>
                <a:gd name="csY25" fmla="*/ 2219082 h 2302883"/>
                <a:gd name="csX26" fmla="*/ 834043 w 2302893"/>
                <a:gd name="csY26" fmla="*/ 2219082 h 2302883"/>
                <a:gd name="csX27" fmla="*/ 822616 w 2302893"/>
                <a:gd name="csY27" fmla="*/ 2226060 h 2302883"/>
                <a:gd name="csX28" fmla="*/ 822616 w 2302893"/>
                <a:gd name="csY28" fmla="*/ 2226060 h 2302883"/>
                <a:gd name="csX29" fmla="*/ 811189 w 2302893"/>
                <a:gd name="csY29" fmla="*/ 2232729 h 2302883"/>
                <a:gd name="csX30" fmla="*/ 811189 w 2302893"/>
                <a:gd name="csY30" fmla="*/ 2232729 h 2302883"/>
                <a:gd name="csX31" fmla="*/ 787709 w 2302893"/>
                <a:gd name="csY31" fmla="*/ 2245099 h 2302883"/>
                <a:gd name="csX32" fmla="*/ 787709 w 2302893"/>
                <a:gd name="csY32" fmla="*/ 2245099 h 2302883"/>
                <a:gd name="csX33" fmla="*/ 281811 w 2302893"/>
                <a:gd name="csY33" fmla="*/ 2235584 h 2302883"/>
                <a:gd name="csX34" fmla="*/ 281811 w 2302893"/>
                <a:gd name="csY34" fmla="*/ 2235584 h 2302883"/>
                <a:gd name="csX35" fmla="*/ 246904 w 2302893"/>
                <a:gd name="csY35" fmla="*/ 2214324 h 2302883"/>
                <a:gd name="csX36" fmla="*/ 246904 w 2302893"/>
                <a:gd name="csY36" fmla="*/ 2214324 h 2302883"/>
                <a:gd name="csX37" fmla="*/ 235477 w 2302893"/>
                <a:gd name="csY37" fmla="*/ 2206386 h 2302883"/>
                <a:gd name="csX38" fmla="*/ 235477 w 2302893"/>
                <a:gd name="csY38" fmla="*/ 2206386 h 2302883"/>
                <a:gd name="csX39" fmla="*/ 224050 w 2302893"/>
                <a:gd name="csY39" fmla="*/ 2198456 h 2302883"/>
                <a:gd name="csX40" fmla="*/ 224050 w 2302893"/>
                <a:gd name="csY40" fmla="*/ 2198456 h 2302883"/>
                <a:gd name="csX41" fmla="*/ 202156 w 2302893"/>
                <a:gd name="csY41" fmla="*/ 2181311 h 2302883"/>
                <a:gd name="csX42" fmla="*/ 202156 w 2302893"/>
                <a:gd name="csY42" fmla="*/ 2181311 h 2302883"/>
                <a:gd name="csX43" fmla="*/ 191046 w 2302893"/>
                <a:gd name="csY43" fmla="*/ 2172422 h 2302883"/>
                <a:gd name="csX44" fmla="*/ 191046 w 2302893"/>
                <a:gd name="csY44" fmla="*/ 2172422 h 2302883"/>
                <a:gd name="csX45" fmla="*/ 170094 w 2302893"/>
                <a:gd name="csY45" fmla="*/ 2153382 h 2302883"/>
                <a:gd name="csX46" fmla="*/ 170094 w 2302893"/>
                <a:gd name="csY46" fmla="*/ 2153382 h 2302883"/>
                <a:gd name="csX47" fmla="*/ 159619 w 2302893"/>
                <a:gd name="csY47" fmla="*/ 2143215 h 2302883"/>
                <a:gd name="csX48" fmla="*/ 159619 w 2302893"/>
                <a:gd name="csY48" fmla="*/ 2143215 h 2302883"/>
                <a:gd name="csX49" fmla="*/ 149786 w 2302893"/>
                <a:gd name="csY49" fmla="*/ 2132748 h 2302883"/>
                <a:gd name="csX50" fmla="*/ 149786 w 2302893"/>
                <a:gd name="csY50" fmla="*/ 2132748 h 2302883"/>
                <a:gd name="csX51" fmla="*/ 130747 w 2302893"/>
                <a:gd name="csY51" fmla="*/ 2111806 h 2302883"/>
                <a:gd name="csX52" fmla="*/ 130747 w 2302893"/>
                <a:gd name="csY52" fmla="*/ 2111806 h 2302883"/>
                <a:gd name="csX53" fmla="*/ 121540 w 2302893"/>
                <a:gd name="csY53" fmla="*/ 2101004 h 2302883"/>
                <a:gd name="csX54" fmla="*/ 121540 w 2302893"/>
                <a:gd name="csY54" fmla="*/ 2101004 h 2302883"/>
                <a:gd name="csX55" fmla="*/ 104403 w 2302893"/>
                <a:gd name="csY55" fmla="*/ 2078793 h 2302883"/>
                <a:gd name="csX56" fmla="*/ 104403 w 2302893"/>
                <a:gd name="csY56" fmla="*/ 2078793 h 2302883"/>
                <a:gd name="csX57" fmla="*/ 96465 w 2302893"/>
                <a:gd name="csY57" fmla="*/ 2067683 h 2302883"/>
                <a:gd name="csX58" fmla="*/ 96465 w 2302893"/>
                <a:gd name="csY58" fmla="*/ 2067683 h 2302883"/>
                <a:gd name="csX59" fmla="*/ 88853 w 2302893"/>
                <a:gd name="csY59" fmla="*/ 2056256 h 2302883"/>
                <a:gd name="csX60" fmla="*/ 88853 w 2302893"/>
                <a:gd name="csY60" fmla="*/ 2056256 h 2302883"/>
                <a:gd name="csX61" fmla="*/ 67584 w 2302893"/>
                <a:gd name="csY61" fmla="*/ 2021031 h 2302883"/>
                <a:gd name="csX62" fmla="*/ 67584 w 2302893"/>
                <a:gd name="csY62" fmla="*/ 2021031 h 2302883"/>
                <a:gd name="csX63" fmla="*/ 57752 w 2302893"/>
                <a:gd name="csY63" fmla="*/ 1515134 h 2302883"/>
                <a:gd name="csX64" fmla="*/ 57752 w 2302893"/>
                <a:gd name="csY64" fmla="*/ 1515134 h 2302883"/>
                <a:gd name="csX65" fmla="*/ 70122 w 2302893"/>
                <a:gd name="csY65" fmla="*/ 1491645 h 2302883"/>
                <a:gd name="csX66" fmla="*/ 70122 w 2302893"/>
                <a:gd name="csY66" fmla="*/ 1491645 h 2302883"/>
                <a:gd name="csX67" fmla="*/ 76791 w 2302893"/>
                <a:gd name="csY67" fmla="*/ 1480218 h 2302883"/>
                <a:gd name="csX68" fmla="*/ 76791 w 2302893"/>
                <a:gd name="csY68" fmla="*/ 1480218 h 2302883"/>
                <a:gd name="csX69" fmla="*/ 83769 w 2302893"/>
                <a:gd name="csY69" fmla="*/ 1468800 h 2302883"/>
                <a:gd name="csX70" fmla="*/ 83769 w 2302893"/>
                <a:gd name="csY70" fmla="*/ 1468800 h 2302883"/>
                <a:gd name="csX71" fmla="*/ 91073 w 2302893"/>
                <a:gd name="csY71" fmla="*/ 1457689 h 2302883"/>
                <a:gd name="csX72" fmla="*/ 91073 w 2302893"/>
                <a:gd name="csY72" fmla="*/ 1457689 h 2302883"/>
                <a:gd name="csX73" fmla="*/ 98694 w 2302893"/>
                <a:gd name="csY73" fmla="*/ 1446579 h 2302883"/>
                <a:gd name="csX74" fmla="*/ 98694 w 2302893"/>
                <a:gd name="csY74" fmla="*/ 1446579 h 2302883"/>
                <a:gd name="csX75" fmla="*/ 106632 w 2302893"/>
                <a:gd name="csY75" fmla="*/ 1435470 h 2302883"/>
                <a:gd name="csX76" fmla="*/ 106632 w 2302893"/>
                <a:gd name="csY76" fmla="*/ 1435470 h 2302883"/>
                <a:gd name="csX77" fmla="*/ 114562 w 2302893"/>
                <a:gd name="csY77" fmla="*/ 1424994 h 2302883"/>
                <a:gd name="csX78" fmla="*/ 114562 w 2302893"/>
                <a:gd name="csY78" fmla="*/ 1424994 h 2302883"/>
                <a:gd name="csX79" fmla="*/ 123126 w 2302893"/>
                <a:gd name="csY79" fmla="*/ 1414201 h 2302883"/>
                <a:gd name="csX80" fmla="*/ 123126 w 2302893"/>
                <a:gd name="csY80" fmla="*/ 1414201 h 2302883"/>
                <a:gd name="csX81" fmla="*/ 131698 w 2302893"/>
                <a:gd name="csY81" fmla="*/ 1403726 h 2302883"/>
                <a:gd name="csX82" fmla="*/ 131698 w 2302893"/>
                <a:gd name="csY82" fmla="*/ 1403726 h 2302883"/>
                <a:gd name="csX83" fmla="*/ 140905 w 2302893"/>
                <a:gd name="csY83" fmla="*/ 1393567 h 2302883"/>
                <a:gd name="csX84" fmla="*/ 140905 w 2302893"/>
                <a:gd name="csY84" fmla="*/ 1393567 h 2302883"/>
                <a:gd name="csX85" fmla="*/ 150103 w 2302893"/>
                <a:gd name="csY85" fmla="*/ 1383409 h 2302883"/>
                <a:gd name="csX86" fmla="*/ 150103 w 2302893"/>
                <a:gd name="csY86" fmla="*/ 1383409 h 2302883"/>
                <a:gd name="csX87" fmla="*/ 159619 w 2302893"/>
                <a:gd name="csY87" fmla="*/ 1373568 h 2302883"/>
                <a:gd name="csX88" fmla="*/ 159619 w 2302893"/>
                <a:gd name="csY88" fmla="*/ 1373568 h 2302883"/>
                <a:gd name="csX89" fmla="*/ 161848 w 2302893"/>
                <a:gd name="csY89" fmla="*/ 1371664 h 2302883"/>
                <a:gd name="csX90" fmla="*/ 165645 w 2302893"/>
                <a:gd name="csY90" fmla="*/ 1367867 h 2302883"/>
                <a:gd name="csX91" fmla="*/ 171046 w 2302893"/>
                <a:gd name="csY91" fmla="*/ 1362783 h 2302883"/>
                <a:gd name="csX92" fmla="*/ 171046 w 2302893"/>
                <a:gd name="csY92" fmla="*/ 1362783 h 2302883"/>
                <a:gd name="csX93" fmla="*/ 649331 w 2302893"/>
                <a:gd name="csY93" fmla="*/ 1152363 h 2302883"/>
                <a:gd name="csX94" fmla="*/ 953381 w 2302893"/>
                <a:gd name="csY94" fmla="*/ 949246 h 2302883"/>
                <a:gd name="csX95" fmla="*/ 1151423 w 2302893"/>
                <a:gd name="csY95" fmla="*/ 651866 h 2302883"/>
                <a:gd name="csX96" fmla="*/ 1351685 w 2302893"/>
                <a:gd name="csY96" fmla="*/ 183104 h 2302883"/>
                <a:gd name="csX97" fmla="*/ 1358346 w 2302893"/>
                <a:gd name="csY97" fmla="*/ 175792 h 2302883"/>
                <a:gd name="csX98" fmla="*/ 1361518 w 2302893"/>
                <a:gd name="csY98" fmla="*/ 172312 h 2302883"/>
                <a:gd name="csX99" fmla="*/ 1373579 w 2302893"/>
                <a:gd name="csY99" fmla="*/ 159933 h 2302883"/>
                <a:gd name="csX100" fmla="*/ 1373579 w 2302893"/>
                <a:gd name="csY100" fmla="*/ 159624 h 2302883"/>
                <a:gd name="csX101" fmla="*/ 1373579 w 2302893"/>
                <a:gd name="csY101" fmla="*/ 159624 h 2302883"/>
                <a:gd name="csX102" fmla="*/ 1383412 w 2302893"/>
                <a:gd name="csY102" fmla="*/ 150100 h 2302883"/>
                <a:gd name="csX103" fmla="*/ 1383412 w 2302893"/>
                <a:gd name="csY103" fmla="*/ 150100 h 2302883"/>
                <a:gd name="csX104" fmla="*/ 1393570 w 2302893"/>
                <a:gd name="csY104" fmla="*/ 140902 h 2302883"/>
                <a:gd name="csX105" fmla="*/ 1393570 w 2302893"/>
                <a:gd name="csY105" fmla="*/ 140902 h 2302883"/>
                <a:gd name="csX106" fmla="*/ 1403729 w 2302893"/>
                <a:gd name="csY106" fmla="*/ 131695 h 2302883"/>
                <a:gd name="csX107" fmla="*/ 1403729 w 2302893"/>
                <a:gd name="csY107" fmla="*/ 131695 h 2302883"/>
                <a:gd name="csX108" fmla="*/ 1414204 w 2302893"/>
                <a:gd name="csY108" fmla="*/ 123131 h 2302883"/>
                <a:gd name="csX109" fmla="*/ 1414204 w 2302893"/>
                <a:gd name="csY109" fmla="*/ 123131 h 2302883"/>
                <a:gd name="csX110" fmla="*/ 1425006 w 2302893"/>
                <a:gd name="csY110" fmla="*/ 114559 h 2302883"/>
                <a:gd name="csX111" fmla="*/ 1425006 w 2302893"/>
                <a:gd name="csY111" fmla="*/ 114559 h 2302883"/>
                <a:gd name="csX112" fmla="*/ 1435481 w 2302893"/>
                <a:gd name="csY112" fmla="*/ 106621 h 2302883"/>
                <a:gd name="csX113" fmla="*/ 1435481 w 2302893"/>
                <a:gd name="csY113" fmla="*/ 106621 h 2302883"/>
                <a:gd name="csX114" fmla="*/ 1446591 w 2302893"/>
                <a:gd name="csY114" fmla="*/ 98682 h 2302883"/>
                <a:gd name="csX115" fmla="*/ 1446591 w 2302893"/>
                <a:gd name="csY115" fmla="*/ 98682 h 2302883"/>
                <a:gd name="csX116" fmla="*/ 1457693 w 2302893"/>
                <a:gd name="csY116" fmla="*/ 91061 h 2302883"/>
                <a:gd name="csX117" fmla="*/ 1457693 w 2302893"/>
                <a:gd name="csY117" fmla="*/ 91061 h 2302883"/>
                <a:gd name="csX118" fmla="*/ 1468803 w 2302893"/>
                <a:gd name="csY118" fmla="*/ 83766 h 2302883"/>
                <a:gd name="csX119" fmla="*/ 1468803 w 2302893"/>
                <a:gd name="csY119" fmla="*/ 83766 h 2302883"/>
                <a:gd name="csX120" fmla="*/ 1480230 w 2302893"/>
                <a:gd name="csY120" fmla="*/ 76788 h 2302883"/>
                <a:gd name="csX121" fmla="*/ 1480230 w 2302893"/>
                <a:gd name="csY121" fmla="*/ 76788 h 2302883"/>
                <a:gd name="csX122" fmla="*/ 1491657 w 2302893"/>
                <a:gd name="csY122" fmla="*/ 70127 h 2302883"/>
                <a:gd name="csX123" fmla="*/ 1491657 w 2302893"/>
                <a:gd name="csY123" fmla="*/ 70127 h 2302883"/>
                <a:gd name="csX124" fmla="*/ 1515137 w 2302893"/>
                <a:gd name="csY124" fmla="*/ 57749 h 2302883"/>
                <a:gd name="csX125" fmla="*/ 1515137 w 2302893"/>
                <a:gd name="csY125" fmla="*/ 57749 h 2302883"/>
                <a:gd name="csX126" fmla="*/ 2021034 w 2302893"/>
                <a:gd name="csY126" fmla="*/ 67581 h 2302883"/>
                <a:gd name="csX127" fmla="*/ 2021034 w 2302893"/>
                <a:gd name="csY127" fmla="*/ 67581 h 2302883"/>
                <a:gd name="csX128" fmla="*/ 2056259 w 2302893"/>
                <a:gd name="csY128" fmla="*/ 88841 h 2302883"/>
                <a:gd name="csX129" fmla="*/ 2056259 w 2302893"/>
                <a:gd name="csY129" fmla="*/ 88841 h 2302883"/>
                <a:gd name="csX130" fmla="*/ 2067686 w 2302893"/>
                <a:gd name="csY130" fmla="*/ 96462 h 2302883"/>
                <a:gd name="csX131" fmla="*/ 2067686 w 2302893"/>
                <a:gd name="csY131" fmla="*/ 96462 h 2302883"/>
                <a:gd name="csX132" fmla="*/ 2078796 w 2302893"/>
                <a:gd name="csY132" fmla="*/ 104400 h 2302883"/>
                <a:gd name="csX133" fmla="*/ 2078796 w 2302893"/>
                <a:gd name="csY133" fmla="*/ 104400 h 2302883"/>
                <a:gd name="csX134" fmla="*/ 2101016 w 2302893"/>
                <a:gd name="csY134" fmla="*/ 121537 h 2302883"/>
                <a:gd name="csX135" fmla="*/ 2101016 w 2302893"/>
                <a:gd name="csY135" fmla="*/ 121537 h 2302883"/>
                <a:gd name="csX136" fmla="*/ 2111809 w 2302893"/>
                <a:gd name="csY136" fmla="*/ 130744 h 2302883"/>
                <a:gd name="csX137" fmla="*/ 2111809 w 2302893"/>
                <a:gd name="csY137" fmla="*/ 130744 h 2302883"/>
                <a:gd name="csX138" fmla="*/ 2132751 w 2302893"/>
                <a:gd name="csY138" fmla="*/ 149783 h 2302883"/>
                <a:gd name="csX139" fmla="*/ 2132751 w 2302893"/>
                <a:gd name="csY139" fmla="*/ 149783 h 2302883"/>
                <a:gd name="csX140" fmla="*/ 2143227 w 2302893"/>
                <a:gd name="csY140" fmla="*/ 159633 h 2302883"/>
                <a:gd name="csX141" fmla="*/ 2143227 w 2302893"/>
                <a:gd name="csY141" fmla="*/ 159633 h 2302883"/>
                <a:gd name="csX142" fmla="*/ 2153385 w 2302893"/>
                <a:gd name="csY142" fmla="*/ 170108 h 2302883"/>
                <a:gd name="csX143" fmla="*/ 2153385 w 2302893"/>
                <a:gd name="csY143" fmla="*/ 170108 h 2302883"/>
                <a:gd name="csX144" fmla="*/ 2172433 w 2302893"/>
                <a:gd name="csY144" fmla="*/ 191043 h 2302883"/>
                <a:gd name="csX145" fmla="*/ 2172433 w 2302893"/>
                <a:gd name="csY145" fmla="*/ 191043 h 2302883"/>
                <a:gd name="csX146" fmla="*/ 2181323 w 2302893"/>
                <a:gd name="csY146" fmla="*/ 202161 h 2302883"/>
                <a:gd name="csX147" fmla="*/ 2181323 w 2302893"/>
                <a:gd name="csY147" fmla="*/ 202161 h 2302883"/>
                <a:gd name="csX148" fmla="*/ 2198451 w 2302893"/>
                <a:gd name="csY148" fmla="*/ 224064 h 2302883"/>
                <a:gd name="csX149" fmla="*/ 2198451 w 2302893"/>
                <a:gd name="csY149" fmla="*/ 224064 h 2302883"/>
                <a:gd name="csX150" fmla="*/ 2206389 w 2302893"/>
                <a:gd name="csY150" fmla="*/ 235482 h 2302883"/>
                <a:gd name="csX151" fmla="*/ 2206389 w 2302893"/>
                <a:gd name="csY151" fmla="*/ 235482 h 2302883"/>
                <a:gd name="csX152" fmla="*/ 2214327 w 2302893"/>
                <a:gd name="csY152" fmla="*/ 246909 h 2302883"/>
                <a:gd name="csX153" fmla="*/ 2214327 w 2302893"/>
                <a:gd name="csY153" fmla="*/ 246909 h 2302883"/>
                <a:gd name="csX154" fmla="*/ 2235587 w 2302893"/>
                <a:gd name="csY154" fmla="*/ 281817 h 2302883"/>
                <a:gd name="csX155" fmla="*/ 2235587 w 2302893"/>
                <a:gd name="csY155" fmla="*/ 281817 h 2302883"/>
                <a:gd name="csX156" fmla="*/ 2245102 w 2302893"/>
                <a:gd name="csY156" fmla="*/ 787714 h 2302883"/>
                <a:gd name="csX157" fmla="*/ 2245102 w 2302893"/>
                <a:gd name="csY157" fmla="*/ 787714 h 2302883"/>
                <a:gd name="csX158" fmla="*/ 2232732 w 2302893"/>
                <a:gd name="csY158" fmla="*/ 811203 h 2302883"/>
                <a:gd name="csX159" fmla="*/ 2232732 w 2302893"/>
                <a:gd name="csY159" fmla="*/ 811203 h 2302883"/>
                <a:gd name="csX160" fmla="*/ 2226071 w 2302893"/>
                <a:gd name="csY160" fmla="*/ 822630 h 2302883"/>
                <a:gd name="csX161" fmla="*/ 2226071 w 2302893"/>
                <a:gd name="csY161" fmla="*/ 822630 h 2302883"/>
                <a:gd name="csX162" fmla="*/ 2219093 w 2302893"/>
                <a:gd name="csY162" fmla="*/ 834049 h 2302883"/>
                <a:gd name="csX163" fmla="*/ 2219093 w 2302893"/>
                <a:gd name="csY163" fmla="*/ 834049 h 2302883"/>
                <a:gd name="csX164" fmla="*/ 2211790 w 2302893"/>
                <a:gd name="csY164" fmla="*/ 845476 h 2302883"/>
                <a:gd name="csX165" fmla="*/ 2211790 w 2302893"/>
                <a:gd name="csY165" fmla="*/ 845476 h 2302883"/>
                <a:gd name="csX166" fmla="*/ 2204477 w 2302893"/>
                <a:gd name="csY166" fmla="*/ 856269 h 2302883"/>
                <a:gd name="csX167" fmla="*/ 2204477 w 2302893"/>
                <a:gd name="csY167" fmla="*/ 856269 h 2302883"/>
                <a:gd name="csX168" fmla="*/ 2196548 w 2302893"/>
                <a:gd name="csY168" fmla="*/ 867378 h 2302883"/>
                <a:gd name="csX169" fmla="*/ 2196548 w 2302893"/>
                <a:gd name="csY169" fmla="*/ 867378 h 2302883"/>
                <a:gd name="csX170" fmla="*/ 2188301 w 2302893"/>
                <a:gd name="csY170" fmla="*/ 878171 h 2302883"/>
                <a:gd name="csX171" fmla="*/ 2188301 w 2302893"/>
                <a:gd name="csY171" fmla="*/ 878171 h 2302883"/>
                <a:gd name="csX172" fmla="*/ 2180037 w 2302893"/>
                <a:gd name="csY172" fmla="*/ 888647 h 2302883"/>
                <a:gd name="csX173" fmla="*/ 2180037 w 2302893"/>
                <a:gd name="csY173" fmla="*/ 888647 h 2302883"/>
                <a:gd name="csX174" fmla="*/ 2171156 w 2302893"/>
                <a:gd name="csY174" fmla="*/ 899122 h 2302883"/>
                <a:gd name="csX175" fmla="*/ 2171156 w 2302893"/>
                <a:gd name="csY175" fmla="*/ 899122 h 2302883"/>
                <a:gd name="csX176" fmla="*/ 2162266 w 2302893"/>
                <a:gd name="csY176" fmla="*/ 909272 h 2302883"/>
                <a:gd name="csX177" fmla="*/ 2162266 w 2302893"/>
                <a:gd name="csY177" fmla="*/ 909272 h 2302883"/>
                <a:gd name="csX178" fmla="*/ 2152759 w 2302893"/>
                <a:gd name="csY178" fmla="*/ 919431 h 2302883"/>
                <a:gd name="csX179" fmla="*/ 2152759 w 2302893"/>
                <a:gd name="csY179" fmla="*/ 919431 h 2302883"/>
                <a:gd name="csX180" fmla="*/ 2143235 w 2302893"/>
                <a:gd name="csY180" fmla="*/ 929272 h 2302883"/>
                <a:gd name="csX181" fmla="*/ 2143235 w 2302893"/>
                <a:gd name="csY181" fmla="*/ 929272 h 2302883"/>
                <a:gd name="csX182" fmla="*/ 2142918 w 2302893"/>
                <a:gd name="csY182" fmla="*/ 929589 h 2302883"/>
                <a:gd name="csX183" fmla="*/ 2130857 w 2302893"/>
                <a:gd name="csY183" fmla="*/ 941325 h 2302883"/>
                <a:gd name="csX184" fmla="*/ 2127051 w 2302893"/>
                <a:gd name="csY184" fmla="*/ 944814 h 2302883"/>
                <a:gd name="csX185" fmla="*/ 2119747 w 2302893"/>
                <a:gd name="csY185" fmla="*/ 951475 h 2302883"/>
                <a:gd name="csX186" fmla="*/ 1650977 w 2302893"/>
                <a:gd name="csY186" fmla="*/ 1151754 h 2302883"/>
                <a:gd name="csX187" fmla="*/ 1650977 w 2302893"/>
                <a:gd name="csY187" fmla="*/ 1151754 h 2302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</a:cxnLst>
              <a:rect l="l" t="t" r="r" b="b"/>
              <a:pathLst>
                <a:path w="2302893" h="2302883">
                  <a:moveTo>
                    <a:pt x="1650977" y="1151754"/>
                  </a:moveTo>
                  <a:cubicBezTo>
                    <a:pt x="1557031" y="1190793"/>
                    <a:pt x="1458327" y="1247603"/>
                    <a:pt x="1354865" y="1348527"/>
                  </a:cubicBezTo>
                  <a:cubicBezTo>
                    <a:pt x="1248866" y="1455486"/>
                    <a:pt x="1190462" y="1557045"/>
                    <a:pt x="1150480" y="1653837"/>
                  </a:cubicBezTo>
                  <a:cubicBezTo>
                    <a:pt x="1087635" y="1821729"/>
                    <a:pt x="1079697" y="1976291"/>
                    <a:pt x="951478" y="2119744"/>
                  </a:cubicBezTo>
                  <a:cubicBezTo>
                    <a:pt x="949258" y="2122290"/>
                    <a:pt x="947029" y="2124510"/>
                    <a:pt x="944500" y="2127056"/>
                  </a:cubicBezTo>
                  <a:lnTo>
                    <a:pt x="941328" y="2130537"/>
                  </a:lnTo>
                  <a:cubicBezTo>
                    <a:pt x="937522" y="2134660"/>
                    <a:pt x="933390" y="2138792"/>
                    <a:pt x="929584" y="2142915"/>
                  </a:cubicBezTo>
                  <a:lnTo>
                    <a:pt x="929266" y="2143224"/>
                  </a:lnTo>
                  <a:lnTo>
                    <a:pt x="929266" y="2143224"/>
                  </a:lnTo>
                  <a:cubicBezTo>
                    <a:pt x="926103" y="2146404"/>
                    <a:pt x="922606" y="2149576"/>
                    <a:pt x="919442" y="2152748"/>
                  </a:cubicBezTo>
                  <a:lnTo>
                    <a:pt x="919442" y="2152748"/>
                  </a:lnTo>
                  <a:cubicBezTo>
                    <a:pt x="915945" y="2155920"/>
                    <a:pt x="912782" y="2159091"/>
                    <a:pt x="909275" y="2162272"/>
                  </a:cubicBezTo>
                  <a:lnTo>
                    <a:pt x="909275" y="2162272"/>
                  </a:lnTo>
                  <a:cubicBezTo>
                    <a:pt x="906104" y="2165127"/>
                    <a:pt x="902615" y="2168298"/>
                    <a:pt x="899117" y="2171153"/>
                  </a:cubicBezTo>
                  <a:lnTo>
                    <a:pt x="899117" y="2171153"/>
                  </a:lnTo>
                  <a:cubicBezTo>
                    <a:pt x="895628" y="2174008"/>
                    <a:pt x="892139" y="2177180"/>
                    <a:pt x="888641" y="2180043"/>
                  </a:cubicBezTo>
                  <a:lnTo>
                    <a:pt x="888641" y="2180043"/>
                  </a:lnTo>
                  <a:cubicBezTo>
                    <a:pt x="885152" y="2182897"/>
                    <a:pt x="881663" y="2185435"/>
                    <a:pt x="878166" y="2188289"/>
                  </a:cubicBezTo>
                  <a:lnTo>
                    <a:pt x="878166" y="2188289"/>
                  </a:lnTo>
                  <a:cubicBezTo>
                    <a:pt x="874677" y="2191144"/>
                    <a:pt x="870862" y="2193690"/>
                    <a:pt x="867373" y="2196545"/>
                  </a:cubicBezTo>
                  <a:lnTo>
                    <a:pt x="867373" y="2196545"/>
                  </a:lnTo>
                  <a:cubicBezTo>
                    <a:pt x="863884" y="2199082"/>
                    <a:pt x="860069" y="2201620"/>
                    <a:pt x="856263" y="2204483"/>
                  </a:cubicBezTo>
                  <a:lnTo>
                    <a:pt x="856263" y="2204483"/>
                  </a:lnTo>
                  <a:cubicBezTo>
                    <a:pt x="852774" y="2207020"/>
                    <a:pt x="848968" y="2209558"/>
                    <a:pt x="845470" y="2211787"/>
                  </a:cubicBezTo>
                  <a:lnTo>
                    <a:pt x="845470" y="2211787"/>
                  </a:lnTo>
                  <a:cubicBezTo>
                    <a:pt x="841673" y="2214324"/>
                    <a:pt x="837849" y="2216862"/>
                    <a:pt x="834043" y="2219082"/>
                  </a:cubicBezTo>
                  <a:lnTo>
                    <a:pt x="834043" y="2219082"/>
                  </a:lnTo>
                  <a:cubicBezTo>
                    <a:pt x="830246" y="2221628"/>
                    <a:pt x="826431" y="2223848"/>
                    <a:pt x="822616" y="2226060"/>
                  </a:cubicBezTo>
                  <a:lnTo>
                    <a:pt x="822616" y="2226060"/>
                  </a:lnTo>
                  <a:cubicBezTo>
                    <a:pt x="818818" y="2228289"/>
                    <a:pt x="815004" y="2230509"/>
                    <a:pt x="811189" y="2232729"/>
                  </a:cubicBezTo>
                  <a:lnTo>
                    <a:pt x="811189" y="2232729"/>
                  </a:lnTo>
                  <a:cubicBezTo>
                    <a:pt x="803577" y="2237170"/>
                    <a:pt x="795647" y="2241293"/>
                    <a:pt x="787709" y="2245099"/>
                  </a:cubicBezTo>
                  <a:lnTo>
                    <a:pt x="787709" y="2245099"/>
                  </a:lnTo>
                  <a:cubicBezTo>
                    <a:pt x="629983" y="2324129"/>
                    <a:pt x="440188" y="2323169"/>
                    <a:pt x="281811" y="2235584"/>
                  </a:cubicBezTo>
                  <a:lnTo>
                    <a:pt x="281811" y="2235584"/>
                  </a:lnTo>
                  <a:cubicBezTo>
                    <a:pt x="270076" y="2228923"/>
                    <a:pt x="258331" y="2221936"/>
                    <a:pt x="246904" y="2214324"/>
                  </a:cubicBezTo>
                  <a:lnTo>
                    <a:pt x="246904" y="2214324"/>
                  </a:lnTo>
                  <a:cubicBezTo>
                    <a:pt x="243098" y="2211787"/>
                    <a:pt x="239283" y="2209249"/>
                    <a:pt x="235477" y="2206386"/>
                  </a:cubicBezTo>
                  <a:lnTo>
                    <a:pt x="235477" y="2206386"/>
                  </a:lnTo>
                  <a:cubicBezTo>
                    <a:pt x="231671" y="2203849"/>
                    <a:pt x="227856" y="2201303"/>
                    <a:pt x="224050" y="2198456"/>
                  </a:cubicBezTo>
                  <a:lnTo>
                    <a:pt x="224050" y="2198456"/>
                  </a:lnTo>
                  <a:cubicBezTo>
                    <a:pt x="216746" y="2193056"/>
                    <a:pt x="209142" y="2187338"/>
                    <a:pt x="202156" y="2181311"/>
                  </a:cubicBezTo>
                  <a:lnTo>
                    <a:pt x="202156" y="2181311"/>
                  </a:lnTo>
                  <a:cubicBezTo>
                    <a:pt x="198349" y="2178457"/>
                    <a:pt x="194843" y="2175285"/>
                    <a:pt x="191046" y="2172422"/>
                  </a:cubicBezTo>
                  <a:lnTo>
                    <a:pt x="191046" y="2172422"/>
                  </a:lnTo>
                  <a:cubicBezTo>
                    <a:pt x="184068" y="2166078"/>
                    <a:pt x="177072" y="2159734"/>
                    <a:pt x="170094" y="2153382"/>
                  </a:cubicBezTo>
                  <a:lnTo>
                    <a:pt x="170094" y="2153382"/>
                  </a:lnTo>
                  <a:cubicBezTo>
                    <a:pt x="166614" y="2149893"/>
                    <a:pt x="163125" y="2146721"/>
                    <a:pt x="159619" y="2143215"/>
                  </a:cubicBezTo>
                  <a:lnTo>
                    <a:pt x="159619" y="2143215"/>
                  </a:lnTo>
                  <a:cubicBezTo>
                    <a:pt x="156456" y="2139735"/>
                    <a:pt x="152958" y="2136246"/>
                    <a:pt x="149786" y="2132748"/>
                  </a:cubicBezTo>
                  <a:lnTo>
                    <a:pt x="149786" y="2132748"/>
                  </a:lnTo>
                  <a:cubicBezTo>
                    <a:pt x="143125" y="2126087"/>
                    <a:pt x="136773" y="2118784"/>
                    <a:pt x="130747" y="2111806"/>
                  </a:cubicBezTo>
                  <a:lnTo>
                    <a:pt x="130747" y="2111806"/>
                  </a:lnTo>
                  <a:cubicBezTo>
                    <a:pt x="127575" y="2108308"/>
                    <a:pt x="124720" y="2104502"/>
                    <a:pt x="121540" y="2101004"/>
                  </a:cubicBezTo>
                  <a:lnTo>
                    <a:pt x="121540" y="2101004"/>
                  </a:lnTo>
                  <a:cubicBezTo>
                    <a:pt x="115831" y="2093709"/>
                    <a:pt x="110113" y="2086414"/>
                    <a:pt x="104403" y="2078793"/>
                  </a:cubicBezTo>
                  <a:lnTo>
                    <a:pt x="104403" y="2078793"/>
                  </a:lnTo>
                  <a:cubicBezTo>
                    <a:pt x="101866" y="2074987"/>
                    <a:pt x="99003" y="2071489"/>
                    <a:pt x="96465" y="2067683"/>
                  </a:cubicBezTo>
                  <a:lnTo>
                    <a:pt x="96465" y="2067683"/>
                  </a:lnTo>
                  <a:cubicBezTo>
                    <a:pt x="93928" y="2063877"/>
                    <a:pt x="91390" y="2060062"/>
                    <a:pt x="88853" y="2056256"/>
                  </a:cubicBezTo>
                  <a:lnTo>
                    <a:pt x="88853" y="2056256"/>
                  </a:lnTo>
                  <a:cubicBezTo>
                    <a:pt x="81223" y="2044520"/>
                    <a:pt x="73928" y="2033093"/>
                    <a:pt x="67584" y="2021031"/>
                  </a:cubicBezTo>
                  <a:lnTo>
                    <a:pt x="67584" y="2021031"/>
                  </a:lnTo>
                  <a:cubicBezTo>
                    <a:pt x="-20326" y="1862663"/>
                    <a:pt x="-21278" y="1672876"/>
                    <a:pt x="57752" y="1515134"/>
                  </a:cubicBezTo>
                  <a:lnTo>
                    <a:pt x="57752" y="1515134"/>
                  </a:lnTo>
                  <a:cubicBezTo>
                    <a:pt x="61558" y="1507196"/>
                    <a:pt x="65690" y="1499592"/>
                    <a:pt x="70122" y="1491645"/>
                  </a:cubicBezTo>
                  <a:lnTo>
                    <a:pt x="70122" y="1491645"/>
                  </a:lnTo>
                  <a:cubicBezTo>
                    <a:pt x="72351" y="1487847"/>
                    <a:pt x="74563" y="1484033"/>
                    <a:pt x="76791" y="1480218"/>
                  </a:cubicBezTo>
                  <a:lnTo>
                    <a:pt x="76791" y="1480218"/>
                  </a:lnTo>
                  <a:cubicBezTo>
                    <a:pt x="79012" y="1476420"/>
                    <a:pt x="81549" y="1472606"/>
                    <a:pt x="83769" y="1468800"/>
                  </a:cubicBezTo>
                  <a:lnTo>
                    <a:pt x="83769" y="1468800"/>
                  </a:lnTo>
                  <a:cubicBezTo>
                    <a:pt x="86307" y="1464993"/>
                    <a:pt x="88527" y="1461178"/>
                    <a:pt x="91073" y="1457689"/>
                  </a:cubicBezTo>
                  <a:lnTo>
                    <a:pt x="91073" y="1457689"/>
                  </a:lnTo>
                  <a:cubicBezTo>
                    <a:pt x="93611" y="1453883"/>
                    <a:pt x="96148" y="1450069"/>
                    <a:pt x="98694" y="1446579"/>
                  </a:cubicBezTo>
                  <a:lnTo>
                    <a:pt x="98694" y="1446579"/>
                  </a:lnTo>
                  <a:cubicBezTo>
                    <a:pt x="101232" y="1442773"/>
                    <a:pt x="103769" y="1439284"/>
                    <a:pt x="106632" y="1435470"/>
                  </a:cubicBezTo>
                  <a:lnTo>
                    <a:pt x="106632" y="1435470"/>
                  </a:lnTo>
                  <a:cubicBezTo>
                    <a:pt x="109170" y="1431981"/>
                    <a:pt x="112024" y="1428492"/>
                    <a:pt x="114562" y="1424994"/>
                  </a:cubicBezTo>
                  <a:lnTo>
                    <a:pt x="114562" y="1424994"/>
                  </a:lnTo>
                  <a:cubicBezTo>
                    <a:pt x="117416" y="1421196"/>
                    <a:pt x="120280" y="1417690"/>
                    <a:pt x="123126" y="1414201"/>
                  </a:cubicBezTo>
                  <a:lnTo>
                    <a:pt x="123126" y="1414201"/>
                  </a:lnTo>
                  <a:cubicBezTo>
                    <a:pt x="125989" y="1410712"/>
                    <a:pt x="128844" y="1407214"/>
                    <a:pt x="131698" y="1403726"/>
                  </a:cubicBezTo>
                  <a:lnTo>
                    <a:pt x="131698" y="1403726"/>
                  </a:lnTo>
                  <a:cubicBezTo>
                    <a:pt x="134870" y="1400554"/>
                    <a:pt x="137733" y="1397065"/>
                    <a:pt x="140905" y="1393567"/>
                  </a:cubicBezTo>
                  <a:lnTo>
                    <a:pt x="140905" y="1393567"/>
                  </a:lnTo>
                  <a:cubicBezTo>
                    <a:pt x="143760" y="1390078"/>
                    <a:pt x="146932" y="1386906"/>
                    <a:pt x="150103" y="1383409"/>
                  </a:cubicBezTo>
                  <a:lnTo>
                    <a:pt x="150103" y="1383409"/>
                  </a:lnTo>
                  <a:cubicBezTo>
                    <a:pt x="153275" y="1380237"/>
                    <a:pt x="156456" y="1377065"/>
                    <a:pt x="159619" y="1373568"/>
                  </a:cubicBezTo>
                  <a:lnTo>
                    <a:pt x="159619" y="1373568"/>
                  </a:lnTo>
                  <a:lnTo>
                    <a:pt x="161848" y="1371664"/>
                  </a:lnTo>
                  <a:cubicBezTo>
                    <a:pt x="163116" y="1370404"/>
                    <a:pt x="164385" y="1369127"/>
                    <a:pt x="165645" y="1367867"/>
                  </a:cubicBezTo>
                  <a:cubicBezTo>
                    <a:pt x="167557" y="1366272"/>
                    <a:pt x="169143" y="1364369"/>
                    <a:pt x="171046" y="1362783"/>
                  </a:cubicBezTo>
                  <a:lnTo>
                    <a:pt x="171046" y="1362783"/>
                  </a:lnTo>
                  <a:cubicBezTo>
                    <a:pt x="317679" y="1223454"/>
                    <a:pt x="476681" y="1217419"/>
                    <a:pt x="649331" y="1152363"/>
                  </a:cubicBezTo>
                  <a:cubicBezTo>
                    <a:pt x="745498" y="1112372"/>
                    <a:pt x="847048" y="1054293"/>
                    <a:pt x="953381" y="949246"/>
                  </a:cubicBezTo>
                  <a:cubicBezTo>
                    <a:pt x="1054948" y="845141"/>
                    <a:pt x="1112067" y="746129"/>
                    <a:pt x="1151423" y="651866"/>
                  </a:cubicBezTo>
                  <a:cubicBezTo>
                    <a:pt x="1215537" y="483022"/>
                    <a:pt x="1222515" y="327508"/>
                    <a:pt x="1351685" y="183104"/>
                  </a:cubicBezTo>
                  <a:cubicBezTo>
                    <a:pt x="1353914" y="180876"/>
                    <a:pt x="1356134" y="178338"/>
                    <a:pt x="1358346" y="175792"/>
                  </a:cubicBezTo>
                  <a:lnTo>
                    <a:pt x="1361518" y="172312"/>
                  </a:lnTo>
                  <a:cubicBezTo>
                    <a:pt x="1365641" y="168188"/>
                    <a:pt x="1369456" y="164056"/>
                    <a:pt x="1373579" y="159933"/>
                  </a:cubicBezTo>
                  <a:lnTo>
                    <a:pt x="1373579" y="159624"/>
                  </a:lnTo>
                  <a:lnTo>
                    <a:pt x="1373579" y="159624"/>
                  </a:lnTo>
                  <a:cubicBezTo>
                    <a:pt x="1377068" y="156444"/>
                    <a:pt x="1380240" y="153272"/>
                    <a:pt x="1383412" y="150100"/>
                  </a:cubicBezTo>
                  <a:lnTo>
                    <a:pt x="1383412" y="150100"/>
                  </a:lnTo>
                  <a:cubicBezTo>
                    <a:pt x="1386901" y="146928"/>
                    <a:pt x="1390073" y="143757"/>
                    <a:pt x="1393570" y="140902"/>
                  </a:cubicBezTo>
                  <a:lnTo>
                    <a:pt x="1393570" y="140902"/>
                  </a:lnTo>
                  <a:cubicBezTo>
                    <a:pt x="1397059" y="137730"/>
                    <a:pt x="1400548" y="134875"/>
                    <a:pt x="1403729" y="131695"/>
                  </a:cubicBezTo>
                  <a:lnTo>
                    <a:pt x="1403729" y="131695"/>
                  </a:lnTo>
                  <a:cubicBezTo>
                    <a:pt x="1407218" y="128840"/>
                    <a:pt x="1410715" y="125986"/>
                    <a:pt x="1414204" y="123131"/>
                  </a:cubicBezTo>
                  <a:lnTo>
                    <a:pt x="1414204" y="123131"/>
                  </a:lnTo>
                  <a:cubicBezTo>
                    <a:pt x="1417702" y="120268"/>
                    <a:pt x="1421182" y="117422"/>
                    <a:pt x="1425006" y="114559"/>
                  </a:cubicBezTo>
                  <a:lnTo>
                    <a:pt x="1425006" y="114559"/>
                  </a:lnTo>
                  <a:cubicBezTo>
                    <a:pt x="1428495" y="112021"/>
                    <a:pt x="1431975" y="109158"/>
                    <a:pt x="1435481" y="106621"/>
                  </a:cubicBezTo>
                  <a:lnTo>
                    <a:pt x="1435481" y="106621"/>
                  </a:lnTo>
                  <a:cubicBezTo>
                    <a:pt x="1439279" y="103766"/>
                    <a:pt x="1442776" y="101228"/>
                    <a:pt x="1446591" y="98682"/>
                  </a:cubicBezTo>
                  <a:lnTo>
                    <a:pt x="1446591" y="98682"/>
                  </a:lnTo>
                  <a:cubicBezTo>
                    <a:pt x="1450072" y="96145"/>
                    <a:pt x="1453895" y="93608"/>
                    <a:pt x="1457693" y="91061"/>
                  </a:cubicBezTo>
                  <a:lnTo>
                    <a:pt x="1457693" y="91061"/>
                  </a:lnTo>
                  <a:cubicBezTo>
                    <a:pt x="1461182" y="88533"/>
                    <a:pt x="1464996" y="86304"/>
                    <a:pt x="1468803" y="83766"/>
                  </a:cubicBezTo>
                  <a:lnTo>
                    <a:pt x="1468803" y="83766"/>
                  </a:lnTo>
                  <a:cubicBezTo>
                    <a:pt x="1472609" y="81546"/>
                    <a:pt x="1476423" y="79000"/>
                    <a:pt x="1480230" y="76788"/>
                  </a:cubicBezTo>
                  <a:lnTo>
                    <a:pt x="1480230" y="76788"/>
                  </a:lnTo>
                  <a:cubicBezTo>
                    <a:pt x="1484036" y="74559"/>
                    <a:pt x="1487851" y="72339"/>
                    <a:pt x="1491657" y="70127"/>
                  </a:cubicBezTo>
                  <a:lnTo>
                    <a:pt x="1491657" y="70127"/>
                  </a:lnTo>
                  <a:cubicBezTo>
                    <a:pt x="1499595" y="65687"/>
                    <a:pt x="1507207" y="61555"/>
                    <a:pt x="1515137" y="57749"/>
                  </a:cubicBezTo>
                  <a:lnTo>
                    <a:pt x="1515137" y="57749"/>
                  </a:lnTo>
                  <a:cubicBezTo>
                    <a:pt x="1672871" y="-21281"/>
                    <a:pt x="1862666" y="-20321"/>
                    <a:pt x="2021034" y="67581"/>
                  </a:cubicBezTo>
                  <a:lnTo>
                    <a:pt x="2021034" y="67581"/>
                  </a:lnTo>
                  <a:cubicBezTo>
                    <a:pt x="2033096" y="73925"/>
                    <a:pt x="2044515" y="81229"/>
                    <a:pt x="2056259" y="88841"/>
                  </a:cubicBezTo>
                  <a:lnTo>
                    <a:pt x="2056259" y="88841"/>
                  </a:lnTo>
                  <a:cubicBezTo>
                    <a:pt x="2060065" y="91379"/>
                    <a:pt x="2063880" y="93925"/>
                    <a:pt x="2067686" y="96462"/>
                  </a:cubicBezTo>
                  <a:lnTo>
                    <a:pt x="2067686" y="96462"/>
                  </a:lnTo>
                  <a:cubicBezTo>
                    <a:pt x="2071492" y="99008"/>
                    <a:pt x="2074990" y="101863"/>
                    <a:pt x="2078796" y="104400"/>
                  </a:cubicBezTo>
                  <a:lnTo>
                    <a:pt x="2078796" y="104400"/>
                  </a:lnTo>
                  <a:cubicBezTo>
                    <a:pt x="2086417" y="110110"/>
                    <a:pt x="2093712" y="115827"/>
                    <a:pt x="2101016" y="121537"/>
                  </a:cubicBezTo>
                  <a:lnTo>
                    <a:pt x="2101016" y="121537"/>
                  </a:lnTo>
                  <a:cubicBezTo>
                    <a:pt x="2104505" y="124709"/>
                    <a:pt x="2108320" y="127563"/>
                    <a:pt x="2111809" y="130744"/>
                  </a:cubicBezTo>
                  <a:lnTo>
                    <a:pt x="2111809" y="130744"/>
                  </a:lnTo>
                  <a:cubicBezTo>
                    <a:pt x="2118787" y="136770"/>
                    <a:pt x="2126090" y="143114"/>
                    <a:pt x="2132751" y="149783"/>
                  </a:cubicBezTo>
                  <a:lnTo>
                    <a:pt x="2132751" y="149783"/>
                  </a:lnTo>
                  <a:cubicBezTo>
                    <a:pt x="2136240" y="152963"/>
                    <a:pt x="2139738" y="156444"/>
                    <a:pt x="2143227" y="159633"/>
                  </a:cubicBezTo>
                  <a:lnTo>
                    <a:pt x="2143227" y="159633"/>
                  </a:lnTo>
                  <a:cubicBezTo>
                    <a:pt x="2146716" y="163113"/>
                    <a:pt x="2149888" y="166611"/>
                    <a:pt x="2153385" y="170108"/>
                  </a:cubicBezTo>
                  <a:lnTo>
                    <a:pt x="2153385" y="170108"/>
                  </a:lnTo>
                  <a:cubicBezTo>
                    <a:pt x="2159729" y="177087"/>
                    <a:pt x="2166081" y="184073"/>
                    <a:pt x="2172433" y="191043"/>
                  </a:cubicBezTo>
                  <a:lnTo>
                    <a:pt x="2172433" y="191043"/>
                  </a:lnTo>
                  <a:cubicBezTo>
                    <a:pt x="2175288" y="194857"/>
                    <a:pt x="2178460" y="198346"/>
                    <a:pt x="2181323" y="202161"/>
                  </a:cubicBezTo>
                  <a:lnTo>
                    <a:pt x="2181323" y="202161"/>
                  </a:lnTo>
                  <a:cubicBezTo>
                    <a:pt x="2187349" y="209131"/>
                    <a:pt x="2193059" y="216751"/>
                    <a:pt x="2198451" y="224064"/>
                  </a:cubicBezTo>
                  <a:lnTo>
                    <a:pt x="2198451" y="224064"/>
                  </a:lnTo>
                  <a:cubicBezTo>
                    <a:pt x="2201314" y="227861"/>
                    <a:pt x="2203852" y="231676"/>
                    <a:pt x="2206389" y="235482"/>
                  </a:cubicBezTo>
                  <a:lnTo>
                    <a:pt x="2206389" y="235482"/>
                  </a:lnTo>
                  <a:cubicBezTo>
                    <a:pt x="2209244" y="239289"/>
                    <a:pt x="2211790" y="243103"/>
                    <a:pt x="2214327" y="246909"/>
                  </a:cubicBezTo>
                  <a:lnTo>
                    <a:pt x="2214327" y="246909"/>
                  </a:lnTo>
                  <a:cubicBezTo>
                    <a:pt x="2221948" y="258328"/>
                    <a:pt x="2228926" y="270072"/>
                    <a:pt x="2235587" y="281817"/>
                  </a:cubicBezTo>
                  <a:lnTo>
                    <a:pt x="2235587" y="281817"/>
                  </a:lnTo>
                  <a:cubicBezTo>
                    <a:pt x="2323189" y="440194"/>
                    <a:pt x="2324132" y="629972"/>
                    <a:pt x="2245102" y="787714"/>
                  </a:cubicBezTo>
                  <a:lnTo>
                    <a:pt x="2245102" y="787714"/>
                  </a:lnTo>
                  <a:cubicBezTo>
                    <a:pt x="2241305" y="795652"/>
                    <a:pt x="2237173" y="803582"/>
                    <a:pt x="2232732" y="811203"/>
                  </a:cubicBezTo>
                  <a:lnTo>
                    <a:pt x="2232732" y="811203"/>
                  </a:lnTo>
                  <a:cubicBezTo>
                    <a:pt x="2230512" y="815001"/>
                    <a:pt x="2228292" y="818815"/>
                    <a:pt x="2226071" y="822630"/>
                  </a:cubicBezTo>
                  <a:lnTo>
                    <a:pt x="2226071" y="822630"/>
                  </a:lnTo>
                  <a:cubicBezTo>
                    <a:pt x="2223851" y="826428"/>
                    <a:pt x="2221622" y="830242"/>
                    <a:pt x="2219093" y="834049"/>
                  </a:cubicBezTo>
                  <a:lnTo>
                    <a:pt x="2219093" y="834049"/>
                  </a:lnTo>
                  <a:cubicBezTo>
                    <a:pt x="2216873" y="837855"/>
                    <a:pt x="2214327" y="841670"/>
                    <a:pt x="2211790" y="845476"/>
                  </a:cubicBezTo>
                  <a:lnTo>
                    <a:pt x="2211790" y="845476"/>
                  </a:lnTo>
                  <a:cubicBezTo>
                    <a:pt x="2209561" y="848965"/>
                    <a:pt x="2207023" y="852779"/>
                    <a:pt x="2204477" y="856269"/>
                  </a:cubicBezTo>
                  <a:lnTo>
                    <a:pt x="2204477" y="856269"/>
                  </a:lnTo>
                  <a:cubicBezTo>
                    <a:pt x="2201631" y="860075"/>
                    <a:pt x="2199085" y="863889"/>
                    <a:pt x="2196548" y="867378"/>
                  </a:cubicBezTo>
                  <a:lnTo>
                    <a:pt x="2196548" y="867378"/>
                  </a:lnTo>
                  <a:cubicBezTo>
                    <a:pt x="2193693" y="870867"/>
                    <a:pt x="2191147" y="874674"/>
                    <a:pt x="2188301" y="878171"/>
                  </a:cubicBezTo>
                  <a:lnTo>
                    <a:pt x="2188301" y="878171"/>
                  </a:lnTo>
                  <a:cubicBezTo>
                    <a:pt x="2185438" y="881660"/>
                    <a:pt x="2182901" y="885149"/>
                    <a:pt x="2180037" y="888647"/>
                  </a:cubicBezTo>
                  <a:lnTo>
                    <a:pt x="2180037" y="888647"/>
                  </a:lnTo>
                  <a:cubicBezTo>
                    <a:pt x="2177182" y="892136"/>
                    <a:pt x="2174011" y="895625"/>
                    <a:pt x="2171156" y="899122"/>
                  </a:cubicBezTo>
                  <a:lnTo>
                    <a:pt x="2171156" y="899122"/>
                  </a:lnTo>
                  <a:cubicBezTo>
                    <a:pt x="2168302" y="902611"/>
                    <a:pt x="2165130" y="906100"/>
                    <a:pt x="2162266" y="909272"/>
                  </a:cubicBezTo>
                  <a:lnTo>
                    <a:pt x="2162266" y="909272"/>
                  </a:lnTo>
                  <a:cubicBezTo>
                    <a:pt x="2159103" y="912761"/>
                    <a:pt x="2155923" y="915933"/>
                    <a:pt x="2152759" y="919431"/>
                  </a:cubicBezTo>
                  <a:lnTo>
                    <a:pt x="2152759" y="919431"/>
                  </a:lnTo>
                  <a:cubicBezTo>
                    <a:pt x="2149579" y="922603"/>
                    <a:pt x="2146407" y="926092"/>
                    <a:pt x="2143235" y="929272"/>
                  </a:cubicBezTo>
                  <a:lnTo>
                    <a:pt x="2143235" y="929272"/>
                  </a:lnTo>
                  <a:lnTo>
                    <a:pt x="2142918" y="929589"/>
                  </a:lnTo>
                  <a:cubicBezTo>
                    <a:pt x="2138795" y="933387"/>
                    <a:pt x="2134980" y="937519"/>
                    <a:pt x="2130857" y="941325"/>
                  </a:cubicBezTo>
                  <a:cubicBezTo>
                    <a:pt x="2129597" y="942594"/>
                    <a:pt x="2128319" y="943545"/>
                    <a:pt x="2127051" y="944814"/>
                  </a:cubicBezTo>
                  <a:cubicBezTo>
                    <a:pt x="2124513" y="947043"/>
                    <a:pt x="2122293" y="949263"/>
                    <a:pt x="2119747" y="951475"/>
                  </a:cubicBezTo>
                  <a:cubicBezTo>
                    <a:pt x="1975652" y="1080345"/>
                    <a:pt x="1819821" y="1087640"/>
                    <a:pt x="1650977" y="1151754"/>
                  </a:cubicBezTo>
                  <a:lnTo>
                    <a:pt x="1650977" y="1151754"/>
                  </a:lnTo>
                  <a:close/>
                </a:path>
              </a:pathLst>
            </a:custGeom>
            <a:solidFill>
              <a:srgbClr val="2F5597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DAF18AF-F7CB-A706-9B0C-EA4D6873D9CB}"/>
                </a:ext>
              </a:extLst>
            </p:cNvPr>
            <p:cNvSpPr/>
            <p:nvPr/>
          </p:nvSpPr>
          <p:spPr>
            <a:xfrm>
              <a:off x="10811321" y="2340200"/>
              <a:ext cx="943480" cy="943401"/>
            </a:xfrm>
            <a:custGeom>
              <a:avLst/>
              <a:gdLst>
                <a:gd name="csX0" fmla="*/ 805423 w 943480"/>
                <a:gd name="csY0" fmla="*/ 805106 h 943401"/>
                <a:gd name="csX1" fmla="*/ 138302 w 943480"/>
                <a:gd name="csY1" fmla="*/ 805106 h 943401"/>
                <a:gd name="csX2" fmla="*/ 138302 w 943480"/>
                <a:gd name="csY2" fmla="*/ 138302 h 943401"/>
                <a:gd name="csX3" fmla="*/ 805423 w 943480"/>
                <a:gd name="csY3" fmla="*/ 138302 h 943401"/>
                <a:gd name="csX4" fmla="*/ 805423 w 943480"/>
                <a:gd name="csY4" fmla="*/ 805106 h 943401"/>
                <a:gd name="csX5" fmla="*/ 805423 w 943480"/>
                <a:gd name="csY5" fmla="*/ 805106 h 943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480" h="943401">
                  <a:moveTo>
                    <a:pt x="805423" y="805106"/>
                  </a:moveTo>
                  <a:cubicBezTo>
                    <a:pt x="621020" y="989500"/>
                    <a:pt x="322371" y="989500"/>
                    <a:pt x="138302" y="805106"/>
                  </a:cubicBezTo>
                  <a:cubicBezTo>
                    <a:pt x="-46101" y="621020"/>
                    <a:pt x="-46101" y="322380"/>
                    <a:pt x="138302" y="138302"/>
                  </a:cubicBezTo>
                  <a:cubicBezTo>
                    <a:pt x="322380" y="-46101"/>
                    <a:pt x="621020" y="-46101"/>
                    <a:pt x="805423" y="138302"/>
                  </a:cubicBezTo>
                  <a:cubicBezTo>
                    <a:pt x="989500" y="322380"/>
                    <a:pt x="989500" y="621028"/>
                    <a:pt x="805423" y="805106"/>
                  </a:cubicBezTo>
                  <a:lnTo>
                    <a:pt x="805423" y="805106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46854EC-18AE-D2F7-446C-EF81BDA21454}"/>
                </a:ext>
              </a:extLst>
            </p:cNvPr>
            <p:cNvSpPr/>
            <p:nvPr/>
          </p:nvSpPr>
          <p:spPr>
            <a:xfrm>
              <a:off x="12034404" y="1127434"/>
              <a:ext cx="943566" cy="943240"/>
            </a:xfrm>
            <a:custGeom>
              <a:avLst/>
              <a:gdLst>
                <a:gd name="csX0" fmla="*/ 471942 w 943566"/>
                <a:gd name="csY0" fmla="*/ 943241 h 943240"/>
                <a:gd name="csX1" fmla="*/ 943566 w 943566"/>
                <a:gd name="csY1" fmla="*/ 471625 h 943240"/>
                <a:gd name="csX2" fmla="*/ 471942 w 943566"/>
                <a:gd name="csY2" fmla="*/ 0 h 943240"/>
                <a:gd name="csX3" fmla="*/ 0 w 943566"/>
                <a:gd name="csY3" fmla="*/ 471625 h 943240"/>
                <a:gd name="csX4" fmla="*/ 471942 w 943566"/>
                <a:gd name="csY4" fmla="*/ 943241 h 943240"/>
                <a:gd name="csX5" fmla="*/ 471942 w 943566"/>
                <a:gd name="csY5" fmla="*/ 943241 h 9432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566" h="943240">
                  <a:moveTo>
                    <a:pt x="471942" y="943241"/>
                  </a:moveTo>
                  <a:cubicBezTo>
                    <a:pt x="731551" y="943241"/>
                    <a:pt x="943566" y="731552"/>
                    <a:pt x="943566" y="471625"/>
                  </a:cubicBezTo>
                  <a:cubicBezTo>
                    <a:pt x="943566" y="211689"/>
                    <a:pt x="731560" y="0"/>
                    <a:pt x="471942" y="0"/>
                  </a:cubicBezTo>
                  <a:cubicBezTo>
                    <a:pt x="212015" y="0"/>
                    <a:pt x="0" y="211681"/>
                    <a:pt x="0" y="471625"/>
                  </a:cubicBezTo>
                  <a:cubicBezTo>
                    <a:pt x="0" y="731552"/>
                    <a:pt x="212007" y="943241"/>
                    <a:pt x="471942" y="943241"/>
                  </a:cubicBezTo>
                  <a:lnTo>
                    <a:pt x="471942" y="943241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4C5BA2D-4124-99C5-0D74-6A78BB1AAB7A}"/>
                </a:ext>
              </a:extLst>
            </p:cNvPr>
            <p:cNvSpPr/>
            <p:nvPr/>
          </p:nvSpPr>
          <p:spPr>
            <a:xfrm>
              <a:off x="14882215" y="2265836"/>
              <a:ext cx="1088270" cy="2804999"/>
            </a:xfrm>
            <a:custGeom>
              <a:avLst/>
              <a:gdLst>
                <a:gd name="csX0" fmla="*/ 190747 w 1088270"/>
                <a:gd name="csY0" fmla="*/ 1755742 h 2804999"/>
                <a:gd name="csX1" fmla="*/ 260869 w 1088270"/>
                <a:gd name="csY1" fmla="*/ 1406944 h 2804999"/>
                <a:gd name="csX2" fmla="*/ 189460 w 1088270"/>
                <a:gd name="csY2" fmla="*/ 1046719 h 2804999"/>
                <a:gd name="csX3" fmla="*/ 951 w 1088270"/>
                <a:gd name="csY3" fmla="*/ 576681 h 2804999"/>
                <a:gd name="csX4" fmla="*/ 317 w 1088270"/>
                <a:gd name="csY4" fmla="*/ 566531 h 2804999"/>
                <a:gd name="csX5" fmla="*/ 317 w 1088270"/>
                <a:gd name="csY5" fmla="*/ 561764 h 2804999"/>
                <a:gd name="csX6" fmla="*/ 0 w 1088270"/>
                <a:gd name="csY6" fmla="*/ 544311 h 2804999"/>
                <a:gd name="csX7" fmla="*/ 0 w 1088270"/>
                <a:gd name="csY7" fmla="*/ 544311 h 2804999"/>
                <a:gd name="csX8" fmla="*/ 0 w 1088270"/>
                <a:gd name="csY8" fmla="*/ 544311 h 2804999"/>
                <a:gd name="csX9" fmla="*/ 317 w 1088270"/>
                <a:gd name="csY9" fmla="*/ 530346 h 2804999"/>
                <a:gd name="csX10" fmla="*/ 317 w 1088270"/>
                <a:gd name="csY10" fmla="*/ 530346 h 2804999"/>
                <a:gd name="csX11" fmla="*/ 634 w 1088270"/>
                <a:gd name="csY11" fmla="*/ 516690 h 2804999"/>
                <a:gd name="csX12" fmla="*/ 634 w 1088270"/>
                <a:gd name="csY12" fmla="*/ 516690 h 2804999"/>
                <a:gd name="csX13" fmla="*/ 1586 w 1088270"/>
                <a:gd name="csY13" fmla="*/ 503043 h 2804999"/>
                <a:gd name="csX14" fmla="*/ 1586 w 1088270"/>
                <a:gd name="csY14" fmla="*/ 503043 h 2804999"/>
                <a:gd name="csX15" fmla="*/ 2854 w 1088270"/>
                <a:gd name="csY15" fmla="*/ 489396 h 2804999"/>
                <a:gd name="csX16" fmla="*/ 2854 w 1088270"/>
                <a:gd name="csY16" fmla="*/ 489396 h 2804999"/>
                <a:gd name="csX17" fmla="*/ 4123 w 1088270"/>
                <a:gd name="csY17" fmla="*/ 476057 h 2804999"/>
                <a:gd name="csX18" fmla="*/ 4123 w 1088270"/>
                <a:gd name="csY18" fmla="*/ 476057 h 2804999"/>
                <a:gd name="csX19" fmla="*/ 6018 w 1088270"/>
                <a:gd name="csY19" fmla="*/ 462727 h 2804999"/>
                <a:gd name="csX20" fmla="*/ 6018 w 1088270"/>
                <a:gd name="csY20" fmla="*/ 462727 h 2804999"/>
                <a:gd name="csX21" fmla="*/ 8247 w 1088270"/>
                <a:gd name="csY21" fmla="*/ 449396 h 2804999"/>
                <a:gd name="csX22" fmla="*/ 8247 w 1088270"/>
                <a:gd name="csY22" fmla="*/ 449396 h 2804999"/>
                <a:gd name="csX23" fmla="*/ 10793 w 1088270"/>
                <a:gd name="csY23" fmla="*/ 436383 h 2804999"/>
                <a:gd name="csX24" fmla="*/ 10793 w 1088270"/>
                <a:gd name="csY24" fmla="*/ 436383 h 2804999"/>
                <a:gd name="csX25" fmla="*/ 13639 w 1088270"/>
                <a:gd name="csY25" fmla="*/ 423044 h 2804999"/>
                <a:gd name="csX26" fmla="*/ 13639 w 1088270"/>
                <a:gd name="csY26" fmla="*/ 423044 h 2804999"/>
                <a:gd name="csX27" fmla="*/ 16819 w 1088270"/>
                <a:gd name="csY27" fmla="*/ 410357 h 2804999"/>
                <a:gd name="csX28" fmla="*/ 16819 w 1088270"/>
                <a:gd name="csY28" fmla="*/ 410357 h 2804999"/>
                <a:gd name="csX29" fmla="*/ 19982 w 1088270"/>
                <a:gd name="csY29" fmla="*/ 397344 h 2804999"/>
                <a:gd name="csX30" fmla="*/ 19982 w 1088270"/>
                <a:gd name="csY30" fmla="*/ 397344 h 2804999"/>
                <a:gd name="csX31" fmla="*/ 27920 w 1088270"/>
                <a:gd name="csY31" fmla="*/ 371952 h 2804999"/>
                <a:gd name="csX32" fmla="*/ 27920 w 1088270"/>
                <a:gd name="csY32" fmla="*/ 371952 h 2804999"/>
                <a:gd name="csX33" fmla="*/ 392586 w 1088270"/>
                <a:gd name="csY33" fmla="*/ 21260 h 2804999"/>
                <a:gd name="csX34" fmla="*/ 392586 w 1088270"/>
                <a:gd name="csY34" fmla="*/ 21260 h 2804999"/>
                <a:gd name="csX35" fmla="*/ 432251 w 1088270"/>
                <a:gd name="csY35" fmla="*/ 11419 h 2804999"/>
                <a:gd name="csX36" fmla="*/ 432251 w 1088270"/>
                <a:gd name="csY36" fmla="*/ 11419 h 2804999"/>
                <a:gd name="csX37" fmla="*/ 445915 w 1088270"/>
                <a:gd name="csY37" fmla="*/ 8881 h 2804999"/>
                <a:gd name="csX38" fmla="*/ 445915 w 1088270"/>
                <a:gd name="csY38" fmla="*/ 8881 h 2804999"/>
                <a:gd name="csX39" fmla="*/ 459546 w 1088270"/>
                <a:gd name="csY39" fmla="*/ 6335 h 2804999"/>
                <a:gd name="csX40" fmla="*/ 459546 w 1088270"/>
                <a:gd name="csY40" fmla="*/ 6335 h 2804999"/>
                <a:gd name="csX41" fmla="*/ 487175 w 1088270"/>
                <a:gd name="csY41" fmla="*/ 2855 h 2804999"/>
                <a:gd name="csX42" fmla="*/ 487175 w 1088270"/>
                <a:gd name="csY42" fmla="*/ 2855 h 2804999"/>
                <a:gd name="csX43" fmla="*/ 501140 w 1088270"/>
                <a:gd name="csY43" fmla="*/ 1586 h 2804999"/>
                <a:gd name="csX44" fmla="*/ 501457 w 1088270"/>
                <a:gd name="csY44" fmla="*/ 1586 h 2804999"/>
                <a:gd name="csX45" fmla="*/ 529703 w 1088270"/>
                <a:gd name="csY45" fmla="*/ 317 h 2804999"/>
                <a:gd name="csX46" fmla="*/ 529703 w 1088270"/>
                <a:gd name="csY46" fmla="*/ 317 h 2804999"/>
                <a:gd name="csX47" fmla="*/ 543985 w 1088270"/>
                <a:gd name="csY47" fmla="*/ 0 h 2804999"/>
                <a:gd name="csX48" fmla="*/ 543985 w 1088270"/>
                <a:gd name="csY48" fmla="*/ 0 h 2804999"/>
                <a:gd name="csX49" fmla="*/ 558584 w 1088270"/>
                <a:gd name="csY49" fmla="*/ 317 h 2804999"/>
                <a:gd name="csX50" fmla="*/ 558584 w 1088270"/>
                <a:gd name="csY50" fmla="*/ 317 h 2804999"/>
                <a:gd name="csX51" fmla="*/ 586830 w 1088270"/>
                <a:gd name="csY51" fmla="*/ 1586 h 2804999"/>
                <a:gd name="csX52" fmla="*/ 586830 w 1088270"/>
                <a:gd name="csY52" fmla="*/ 1586 h 2804999"/>
                <a:gd name="csX53" fmla="*/ 601112 w 1088270"/>
                <a:gd name="csY53" fmla="*/ 2855 h 2804999"/>
                <a:gd name="csX54" fmla="*/ 601112 w 1088270"/>
                <a:gd name="csY54" fmla="*/ 2855 h 2804999"/>
                <a:gd name="csX55" fmla="*/ 628724 w 1088270"/>
                <a:gd name="csY55" fmla="*/ 6335 h 2804999"/>
                <a:gd name="csX56" fmla="*/ 628724 w 1088270"/>
                <a:gd name="csY56" fmla="*/ 6335 h 2804999"/>
                <a:gd name="csX57" fmla="*/ 642371 w 1088270"/>
                <a:gd name="csY57" fmla="*/ 8881 h 2804999"/>
                <a:gd name="csX58" fmla="*/ 642371 w 1088270"/>
                <a:gd name="csY58" fmla="*/ 8881 h 2804999"/>
                <a:gd name="csX59" fmla="*/ 656019 w 1088270"/>
                <a:gd name="csY59" fmla="*/ 11419 h 2804999"/>
                <a:gd name="csX60" fmla="*/ 656019 w 1088270"/>
                <a:gd name="csY60" fmla="*/ 11419 h 2804999"/>
                <a:gd name="csX61" fmla="*/ 695701 w 1088270"/>
                <a:gd name="csY61" fmla="*/ 21260 h 2804999"/>
                <a:gd name="csX62" fmla="*/ 695701 w 1088270"/>
                <a:gd name="csY62" fmla="*/ 21260 h 2804999"/>
                <a:gd name="csX63" fmla="*/ 1060367 w 1088270"/>
                <a:gd name="csY63" fmla="*/ 371952 h 2804999"/>
                <a:gd name="csX64" fmla="*/ 1060367 w 1088270"/>
                <a:gd name="csY64" fmla="*/ 371952 h 2804999"/>
                <a:gd name="csX65" fmla="*/ 1067987 w 1088270"/>
                <a:gd name="csY65" fmla="*/ 397344 h 2804999"/>
                <a:gd name="csX66" fmla="*/ 1067987 w 1088270"/>
                <a:gd name="csY66" fmla="*/ 397344 h 2804999"/>
                <a:gd name="csX67" fmla="*/ 1071468 w 1088270"/>
                <a:gd name="csY67" fmla="*/ 410357 h 2804999"/>
                <a:gd name="csX68" fmla="*/ 1071468 w 1088270"/>
                <a:gd name="csY68" fmla="*/ 410357 h 2804999"/>
                <a:gd name="csX69" fmla="*/ 1074631 w 1088270"/>
                <a:gd name="csY69" fmla="*/ 423044 h 2804999"/>
                <a:gd name="csX70" fmla="*/ 1074631 w 1088270"/>
                <a:gd name="csY70" fmla="*/ 423044 h 2804999"/>
                <a:gd name="csX71" fmla="*/ 1077494 w 1088270"/>
                <a:gd name="csY71" fmla="*/ 436383 h 2804999"/>
                <a:gd name="csX72" fmla="*/ 1077494 w 1088270"/>
                <a:gd name="csY72" fmla="*/ 436383 h 2804999"/>
                <a:gd name="csX73" fmla="*/ 1080040 w 1088270"/>
                <a:gd name="csY73" fmla="*/ 449396 h 2804999"/>
                <a:gd name="csX74" fmla="*/ 1080040 w 1088270"/>
                <a:gd name="csY74" fmla="*/ 449396 h 2804999"/>
                <a:gd name="csX75" fmla="*/ 1082269 w 1088270"/>
                <a:gd name="csY75" fmla="*/ 462727 h 2804999"/>
                <a:gd name="csX76" fmla="*/ 1082269 w 1088270"/>
                <a:gd name="csY76" fmla="*/ 462727 h 2804999"/>
                <a:gd name="csX77" fmla="*/ 1083847 w 1088270"/>
                <a:gd name="csY77" fmla="*/ 476057 h 2804999"/>
                <a:gd name="csX78" fmla="*/ 1083847 w 1088270"/>
                <a:gd name="csY78" fmla="*/ 476057 h 2804999"/>
                <a:gd name="csX79" fmla="*/ 1085433 w 1088270"/>
                <a:gd name="csY79" fmla="*/ 489396 h 2804999"/>
                <a:gd name="csX80" fmla="*/ 1085433 w 1088270"/>
                <a:gd name="csY80" fmla="*/ 489396 h 2804999"/>
                <a:gd name="csX81" fmla="*/ 1086702 w 1088270"/>
                <a:gd name="csY81" fmla="*/ 503043 h 2804999"/>
                <a:gd name="csX82" fmla="*/ 1086702 w 1088270"/>
                <a:gd name="csY82" fmla="*/ 503043 h 2804999"/>
                <a:gd name="csX83" fmla="*/ 1087653 w 1088270"/>
                <a:gd name="csY83" fmla="*/ 516690 h 2804999"/>
                <a:gd name="csX84" fmla="*/ 1087653 w 1088270"/>
                <a:gd name="csY84" fmla="*/ 516690 h 2804999"/>
                <a:gd name="csX85" fmla="*/ 1087953 w 1088270"/>
                <a:gd name="csY85" fmla="*/ 530346 h 2804999"/>
                <a:gd name="csX86" fmla="*/ 1087953 w 1088270"/>
                <a:gd name="csY86" fmla="*/ 530346 h 2804999"/>
                <a:gd name="csX87" fmla="*/ 1088270 w 1088270"/>
                <a:gd name="csY87" fmla="*/ 544311 h 2804999"/>
                <a:gd name="csX88" fmla="*/ 1088270 w 1088270"/>
                <a:gd name="csY88" fmla="*/ 544311 h 2804999"/>
                <a:gd name="csX89" fmla="*/ 1088270 w 1088270"/>
                <a:gd name="csY89" fmla="*/ 547157 h 2804999"/>
                <a:gd name="csX90" fmla="*/ 1088270 w 1088270"/>
                <a:gd name="csY90" fmla="*/ 552558 h 2804999"/>
                <a:gd name="csX91" fmla="*/ 1087953 w 1088270"/>
                <a:gd name="csY91" fmla="*/ 559870 h 2804999"/>
                <a:gd name="csX92" fmla="*/ 1087953 w 1088270"/>
                <a:gd name="csY92" fmla="*/ 559870 h 2804999"/>
                <a:gd name="csX93" fmla="*/ 898484 w 1088270"/>
                <a:gd name="csY93" fmla="*/ 1046719 h 2804999"/>
                <a:gd name="csX94" fmla="*/ 827392 w 1088270"/>
                <a:gd name="csY94" fmla="*/ 1405667 h 2804999"/>
                <a:gd name="csX95" fmla="*/ 897532 w 1088270"/>
                <a:gd name="csY95" fmla="*/ 1755734 h 2804999"/>
                <a:gd name="csX96" fmla="*/ 1087318 w 1088270"/>
                <a:gd name="csY96" fmla="*/ 2228627 h 2804999"/>
                <a:gd name="csX97" fmla="*/ 1087653 w 1088270"/>
                <a:gd name="csY97" fmla="*/ 2238777 h 2804999"/>
                <a:gd name="csX98" fmla="*/ 1087953 w 1088270"/>
                <a:gd name="csY98" fmla="*/ 2243552 h 2804999"/>
                <a:gd name="csX99" fmla="*/ 1088270 w 1088270"/>
                <a:gd name="csY99" fmla="*/ 2260680 h 2804999"/>
                <a:gd name="csX100" fmla="*/ 1088270 w 1088270"/>
                <a:gd name="csY100" fmla="*/ 2260997 h 2804999"/>
                <a:gd name="csX101" fmla="*/ 1088270 w 1088270"/>
                <a:gd name="csY101" fmla="*/ 2260997 h 2804999"/>
                <a:gd name="csX102" fmla="*/ 1087953 w 1088270"/>
                <a:gd name="csY102" fmla="*/ 2274644 h 2804999"/>
                <a:gd name="csX103" fmla="*/ 1087953 w 1088270"/>
                <a:gd name="csY103" fmla="*/ 2274644 h 2804999"/>
                <a:gd name="csX104" fmla="*/ 1087653 w 1088270"/>
                <a:gd name="csY104" fmla="*/ 2288292 h 2804999"/>
                <a:gd name="csX105" fmla="*/ 1087653 w 1088270"/>
                <a:gd name="csY105" fmla="*/ 2288292 h 2804999"/>
                <a:gd name="csX106" fmla="*/ 1086702 w 1088270"/>
                <a:gd name="csY106" fmla="*/ 2301939 h 2804999"/>
                <a:gd name="csX107" fmla="*/ 1086702 w 1088270"/>
                <a:gd name="csY107" fmla="*/ 2301939 h 2804999"/>
                <a:gd name="csX108" fmla="*/ 1085433 w 1088270"/>
                <a:gd name="csY108" fmla="*/ 2315587 h 2804999"/>
                <a:gd name="csX109" fmla="*/ 1085433 w 1088270"/>
                <a:gd name="csY109" fmla="*/ 2315587 h 2804999"/>
                <a:gd name="csX110" fmla="*/ 1083847 w 1088270"/>
                <a:gd name="csY110" fmla="*/ 2328917 h 2804999"/>
                <a:gd name="csX111" fmla="*/ 1083847 w 1088270"/>
                <a:gd name="csY111" fmla="*/ 2328917 h 2804999"/>
                <a:gd name="csX112" fmla="*/ 1082269 w 1088270"/>
                <a:gd name="csY112" fmla="*/ 2342582 h 2804999"/>
                <a:gd name="csX113" fmla="*/ 1082269 w 1088270"/>
                <a:gd name="csY113" fmla="*/ 2342582 h 2804999"/>
                <a:gd name="csX114" fmla="*/ 1080040 w 1088270"/>
                <a:gd name="csY114" fmla="*/ 2355577 h 2804999"/>
                <a:gd name="csX115" fmla="*/ 1080040 w 1088270"/>
                <a:gd name="csY115" fmla="*/ 2355577 h 2804999"/>
                <a:gd name="csX116" fmla="*/ 1077494 w 1088270"/>
                <a:gd name="csY116" fmla="*/ 2368908 h 2804999"/>
                <a:gd name="csX117" fmla="*/ 1077494 w 1088270"/>
                <a:gd name="csY117" fmla="*/ 2368908 h 2804999"/>
                <a:gd name="csX118" fmla="*/ 1074631 w 1088270"/>
                <a:gd name="csY118" fmla="*/ 2381938 h 2804999"/>
                <a:gd name="csX119" fmla="*/ 1074631 w 1088270"/>
                <a:gd name="csY119" fmla="*/ 2381938 h 2804999"/>
                <a:gd name="csX120" fmla="*/ 1071468 w 1088270"/>
                <a:gd name="csY120" fmla="*/ 2394959 h 2804999"/>
                <a:gd name="csX121" fmla="*/ 1071468 w 1088270"/>
                <a:gd name="csY121" fmla="*/ 2394959 h 2804999"/>
                <a:gd name="csX122" fmla="*/ 1067987 w 1088270"/>
                <a:gd name="csY122" fmla="*/ 2407655 h 2804999"/>
                <a:gd name="csX123" fmla="*/ 1067987 w 1088270"/>
                <a:gd name="csY123" fmla="*/ 2407655 h 2804999"/>
                <a:gd name="csX124" fmla="*/ 1060367 w 1088270"/>
                <a:gd name="csY124" fmla="*/ 2433039 h 2804999"/>
                <a:gd name="csX125" fmla="*/ 1060367 w 1088270"/>
                <a:gd name="csY125" fmla="*/ 2433039 h 2804999"/>
                <a:gd name="csX126" fmla="*/ 695701 w 1088270"/>
                <a:gd name="csY126" fmla="*/ 2784040 h 2804999"/>
                <a:gd name="csX127" fmla="*/ 695701 w 1088270"/>
                <a:gd name="csY127" fmla="*/ 2784040 h 2804999"/>
                <a:gd name="csX128" fmla="*/ 656019 w 1088270"/>
                <a:gd name="csY128" fmla="*/ 2793881 h 2804999"/>
                <a:gd name="csX129" fmla="*/ 656019 w 1088270"/>
                <a:gd name="csY129" fmla="*/ 2793881 h 2804999"/>
                <a:gd name="csX130" fmla="*/ 642371 w 1088270"/>
                <a:gd name="csY130" fmla="*/ 2796427 h 2804999"/>
                <a:gd name="csX131" fmla="*/ 642371 w 1088270"/>
                <a:gd name="csY131" fmla="*/ 2796427 h 2804999"/>
                <a:gd name="csX132" fmla="*/ 628724 w 1088270"/>
                <a:gd name="csY132" fmla="*/ 2798655 h 2804999"/>
                <a:gd name="csX133" fmla="*/ 628724 w 1088270"/>
                <a:gd name="csY133" fmla="*/ 2798655 h 2804999"/>
                <a:gd name="csX134" fmla="*/ 601112 w 1088270"/>
                <a:gd name="csY134" fmla="*/ 2802136 h 2804999"/>
                <a:gd name="csX135" fmla="*/ 601112 w 1088270"/>
                <a:gd name="csY135" fmla="*/ 2802136 h 2804999"/>
                <a:gd name="csX136" fmla="*/ 586830 w 1088270"/>
                <a:gd name="csY136" fmla="*/ 2803405 h 2804999"/>
                <a:gd name="csX137" fmla="*/ 586830 w 1088270"/>
                <a:gd name="csY137" fmla="*/ 2803405 h 2804999"/>
                <a:gd name="csX138" fmla="*/ 558584 w 1088270"/>
                <a:gd name="csY138" fmla="*/ 2805000 h 2804999"/>
                <a:gd name="csX139" fmla="*/ 558584 w 1088270"/>
                <a:gd name="csY139" fmla="*/ 2805000 h 2804999"/>
                <a:gd name="csX140" fmla="*/ 543985 w 1088270"/>
                <a:gd name="csY140" fmla="*/ 2805000 h 2804999"/>
                <a:gd name="csX141" fmla="*/ 543985 w 1088270"/>
                <a:gd name="csY141" fmla="*/ 2805000 h 2804999"/>
                <a:gd name="csX142" fmla="*/ 529703 w 1088270"/>
                <a:gd name="csY142" fmla="*/ 2805000 h 2804999"/>
                <a:gd name="csX143" fmla="*/ 529703 w 1088270"/>
                <a:gd name="csY143" fmla="*/ 2805000 h 2804999"/>
                <a:gd name="csX144" fmla="*/ 501457 w 1088270"/>
                <a:gd name="csY144" fmla="*/ 2803405 h 2804999"/>
                <a:gd name="csX145" fmla="*/ 501140 w 1088270"/>
                <a:gd name="csY145" fmla="*/ 2803405 h 2804999"/>
                <a:gd name="csX146" fmla="*/ 487175 w 1088270"/>
                <a:gd name="csY146" fmla="*/ 2802136 h 2804999"/>
                <a:gd name="csX147" fmla="*/ 487175 w 1088270"/>
                <a:gd name="csY147" fmla="*/ 2802136 h 2804999"/>
                <a:gd name="csX148" fmla="*/ 459546 w 1088270"/>
                <a:gd name="csY148" fmla="*/ 2798655 h 2804999"/>
                <a:gd name="csX149" fmla="*/ 459546 w 1088270"/>
                <a:gd name="csY149" fmla="*/ 2798655 h 2804999"/>
                <a:gd name="csX150" fmla="*/ 445915 w 1088270"/>
                <a:gd name="csY150" fmla="*/ 2796427 h 2804999"/>
                <a:gd name="csX151" fmla="*/ 445915 w 1088270"/>
                <a:gd name="csY151" fmla="*/ 2796427 h 2804999"/>
                <a:gd name="csX152" fmla="*/ 432251 w 1088270"/>
                <a:gd name="csY152" fmla="*/ 2793881 h 2804999"/>
                <a:gd name="csX153" fmla="*/ 432251 w 1088270"/>
                <a:gd name="csY153" fmla="*/ 2793881 h 2804999"/>
                <a:gd name="csX154" fmla="*/ 392586 w 1088270"/>
                <a:gd name="csY154" fmla="*/ 2784040 h 2804999"/>
                <a:gd name="csX155" fmla="*/ 392586 w 1088270"/>
                <a:gd name="csY155" fmla="*/ 2784040 h 2804999"/>
                <a:gd name="csX156" fmla="*/ 27920 w 1088270"/>
                <a:gd name="csY156" fmla="*/ 2433039 h 2804999"/>
                <a:gd name="csX157" fmla="*/ 27920 w 1088270"/>
                <a:gd name="csY157" fmla="*/ 2433039 h 2804999"/>
                <a:gd name="csX158" fmla="*/ 19982 w 1088270"/>
                <a:gd name="csY158" fmla="*/ 2407655 h 2804999"/>
                <a:gd name="csX159" fmla="*/ 19982 w 1088270"/>
                <a:gd name="csY159" fmla="*/ 2407655 h 2804999"/>
                <a:gd name="csX160" fmla="*/ 16819 w 1088270"/>
                <a:gd name="csY160" fmla="*/ 2394959 h 2804999"/>
                <a:gd name="csX161" fmla="*/ 16819 w 1088270"/>
                <a:gd name="csY161" fmla="*/ 2394959 h 2804999"/>
                <a:gd name="csX162" fmla="*/ 13639 w 1088270"/>
                <a:gd name="csY162" fmla="*/ 2381938 h 2804999"/>
                <a:gd name="csX163" fmla="*/ 13639 w 1088270"/>
                <a:gd name="csY163" fmla="*/ 2381938 h 2804999"/>
                <a:gd name="csX164" fmla="*/ 10793 w 1088270"/>
                <a:gd name="csY164" fmla="*/ 2368908 h 2804999"/>
                <a:gd name="csX165" fmla="*/ 10793 w 1088270"/>
                <a:gd name="csY165" fmla="*/ 2368908 h 2804999"/>
                <a:gd name="csX166" fmla="*/ 8247 w 1088270"/>
                <a:gd name="csY166" fmla="*/ 2355577 h 2804999"/>
                <a:gd name="csX167" fmla="*/ 8247 w 1088270"/>
                <a:gd name="csY167" fmla="*/ 2355577 h 2804999"/>
                <a:gd name="csX168" fmla="*/ 6018 w 1088270"/>
                <a:gd name="csY168" fmla="*/ 2342582 h 2804999"/>
                <a:gd name="csX169" fmla="*/ 6018 w 1088270"/>
                <a:gd name="csY169" fmla="*/ 2342582 h 2804999"/>
                <a:gd name="csX170" fmla="*/ 4123 w 1088270"/>
                <a:gd name="csY170" fmla="*/ 2328917 h 2804999"/>
                <a:gd name="csX171" fmla="*/ 4123 w 1088270"/>
                <a:gd name="csY171" fmla="*/ 2328917 h 2804999"/>
                <a:gd name="csX172" fmla="*/ 2854 w 1088270"/>
                <a:gd name="csY172" fmla="*/ 2315587 h 2804999"/>
                <a:gd name="csX173" fmla="*/ 2854 w 1088270"/>
                <a:gd name="csY173" fmla="*/ 2315587 h 2804999"/>
                <a:gd name="csX174" fmla="*/ 1586 w 1088270"/>
                <a:gd name="csY174" fmla="*/ 2301939 h 2804999"/>
                <a:gd name="csX175" fmla="*/ 1586 w 1088270"/>
                <a:gd name="csY175" fmla="*/ 2301939 h 2804999"/>
                <a:gd name="csX176" fmla="*/ 634 w 1088270"/>
                <a:gd name="csY176" fmla="*/ 2288292 h 2804999"/>
                <a:gd name="csX177" fmla="*/ 634 w 1088270"/>
                <a:gd name="csY177" fmla="*/ 2288292 h 2804999"/>
                <a:gd name="csX178" fmla="*/ 317 w 1088270"/>
                <a:gd name="csY178" fmla="*/ 2274644 h 2804999"/>
                <a:gd name="csX179" fmla="*/ 317 w 1088270"/>
                <a:gd name="csY179" fmla="*/ 2274644 h 2804999"/>
                <a:gd name="csX180" fmla="*/ 0 w 1088270"/>
                <a:gd name="csY180" fmla="*/ 2260997 h 2804999"/>
                <a:gd name="csX181" fmla="*/ 0 w 1088270"/>
                <a:gd name="csY181" fmla="*/ 2260997 h 2804999"/>
                <a:gd name="csX182" fmla="*/ 0 w 1088270"/>
                <a:gd name="csY182" fmla="*/ 2260680 h 2804999"/>
                <a:gd name="csX183" fmla="*/ 317 w 1088270"/>
                <a:gd name="csY183" fmla="*/ 2243552 h 2804999"/>
                <a:gd name="csX184" fmla="*/ 317 w 1088270"/>
                <a:gd name="csY184" fmla="*/ 2238777 h 2804999"/>
                <a:gd name="csX185" fmla="*/ 951 w 1088270"/>
                <a:gd name="csY185" fmla="*/ 2228627 h 2804999"/>
                <a:gd name="csX186" fmla="*/ 190747 w 1088270"/>
                <a:gd name="csY186" fmla="*/ 1755742 h 2804999"/>
                <a:gd name="csX187" fmla="*/ 190747 w 1088270"/>
                <a:gd name="csY187" fmla="*/ 1755742 h 28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</a:cxnLst>
              <a:rect l="l" t="t" r="r" b="b"/>
              <a:pathLst>
                <a:path w="1088270" h="2804999">
                  <a:moveTo>
                    <a:pt x="190747" y="1755742"/>
                  </a:moveTo>
                  <a:cubicBezTo>
                    <a:pt x="229460" y="1661479"/>
                    <a:pt x="259292" y="1551657"/>
                    <a:pt x="260869" y="1406944"/>
                  </a:cubicBezTo>
                  <a:cubicBezTo>
                    <a:pt x="260235" y="1256506"/>
                    <a:pt x="229777" y="1143520"/>
                    <a:pt x="189460" y="1046719"/>
                  </a:cubicBezTo>
                  <a:cubicBezTo>
                    <a:pt x="115523" y="883267"/>
                    <a:pt x="11735" y="768696"/>
                    <a:pt x="951" y="576681"/>
                  </a:cubicBezTo>
                  <a:cubicBezTo>
                    <a:pt x="634" y="573200"/>
                    <a:pt x="634" y="569694"/>
                    <a:pt x="317" y="566531"/>
                  </a:cubicBezTo>
                  <a:lnTo>
                    <a:pt x="317" y="561764"/>
                  </a:lnTo>
                  <a:cubicBezTo>
                    <a:pt x="0" y="556047"/>
                    <a:pt x="0" y="550338"/>
                    <a:pt x="0" y="544311"/>
                  </a:cubicBezTo>
                  <a:lnTo>
                    <a:pt x="0" y="544311"/>
                  </a:lnTo>
                  <a:lnTo>
                    <a:pt x="0" y="544311"/>
                  </a:lnTo>
                  <a:cubicBezTo>
                    <a:pt x="0" y="539545"/>
                    <a:pt x="0" y="535104"/>
                    <a:pt x="317" y="530346"/>
                  </a:cubicBezTo>
                  <a:lnTo>
                    <a:pt x="317" y="530346"/>
                  </a:lnTo>
                  <a:cubicBezTo>
                    <a:pt x="317" y="525897"/>
                    <a:pt x="317" y="521139"/>
                    <a:pt x="634" y="516690"/>
                  </a:cubicBezTo>
                  <a:lnTo>
                    <a:pt x="634" y="516690"/>
                  </a:lnTo>
                  <a:cubicBezTo>
                    <a:pt x="951" y="512250"/>
                    <a:pt x="1268" y="507492"/>
                    <a:pt x="1586" y="503043"/>
                  </a:cubicBezTo>
                  <a:lnTo>
                    <a:pt x="1586" y="503043"/>
                  </a:lnTo>
                  <a:cubicBezTo>
                    <a:pt x="1903" y="498594"/>
                    <a:pt x="2220" y="494153"/>
                    <a:pt x="2854" y="489396"/>
                  </a:cubicBezTo>
                  <a:lnTo>
                    <a:pt x="2854" y="489396"/>
                  </a:lnTo>
                  <a:cubicBezTo>
                    <a:pt x="3172" y="484946"/>
                    <a:pt x="3806" y="480506"/>
                    <a:pt x="4123" y="476057"/>
                  </a:cubicBezTo>
                  <a:lnTo>
                    <a:pt x="4123" y="476057"/>
                  </a:lnTo>
                  <a:cubicBezTo>
                    <a:pt x="4758" y="471616"/>
                    <a:pt x="5401" y="467175"/>
                    <a:pt x="6018" y="462727"/>
                  </a:cubicBezTo>
                  <a:lnTo>
                    <a:pt x="6018" y="462727"/>
                  </a:lnTo>
                  <a:cubicBezTo>
                    <a:pt x="6652" y="458286"/>
                    <a:pt x="7612" y="453845"/>
                    <a:pt x="8247" y="449396"/>
                  </a:cubicBezTo>
                  <a:lnTo>
                    <a:pt x="8247" y="449396"/>
                  </a:lnTo>
                  <a:cubicBezTo>
                    <a:pt x="9198" y="444947"/>
                    <a:pt x="9832" y="440507"/>
                    <a:pt x="10793" y="436383"/>
                  </a:cubicBezTo>
                  <a:lnTo>
                    <a:pt x="10793" y="436383"/>
                  </a:lnTo>
                  <a:cubicBezTo>
                    <a:pt x="11727" y="431934"/>
                    <a:pt x="12704" y="427493"/>
                    <a:pt x="13639" y="423044"/>
                  </a:cubicBezTo>
                  <a:lnTo>
                    <a:pt x="13639" y="423044"/>
                  </a:lnTo>
                  <a:cubicBezTo>
                    <a:pt x="14590" y="418930"/>
                    <a:pt x="15550" y="414480"/>
                    <a:pt x="16819" y="410357"/>
                  </a:cubicBezTo>
                  <a:lnTo>
                    <a:pt x="16819" y="410357"/>
                  </a:lnTo>
                  <a:cubicBezTo>
                    <a:pt x="17771" y="405916"/>
                    <a:pt x="19031" y="401476"/>
                    <a:pt x="19982" y="397344"/>
                  </a:cubicBezTo>
                  <a:lnTo>
                    <a:pt x="19982" y="397344"/>
                  </a:lnTo>
                  <a:cubicBezTo>
                    <a:pt x="22528" y="388780"/>
                    <a:pt x="25074" y="380516"/>
                    <a:pt x="27920" y="371952"/>
                  </a:cubicBezTo>
                  <a:lnTo>
                    <a:pt x="27920" y="371952"/>
                  </a:lnTo>
                  <a:cubicBezTo>
                    <a:pt x="83453" y="204694"/>
                    <a:pt x="218359" y="71075"/>
                    <a:pt x="392586" y="21260"/>
                  </a:cubicBezTo>
                  <a:lnTo>
                    <a:pt x="392586" y="21260"/>
                  </a:lnTo>
                  <a:cubicBezTo>
                    <a:pt x="405599" y="17445"/>
                    <a:pt x="418921" y="14273"/>
                    <a:pt x="432251" y="11419"/>
                  </a:cubicBezTo>
                  <a:lnTo>
                    <a:pt x="432251" y="11419"/>
                  </a:lnTo>
                  <a:cubicBezTo>
                    <a:pt x="436709" y="10476"/>
                    <a:pt x="441458" y="9515"/>
                    <a:pt x="445915" y="8881"/>
                  </a:cubicBezTo>
                  <a:lnTo>
                    <a:pt x="445915" y="8881"/>
                  </a:lnTo>
                  <a:cubicBezTo>
                    <a:pt x="450356" y="7930"/>
                    <a:pt x="454788" y="7287"/>
                    <a:pt x="459546" y="6335"/>
                  </a:cubicBezTo>
                  <a:lnTo>
                    <a:pt x="459546" y="6335"/>
                  </a:lnTo>
                  <a:cubicBezTo>
                    <a:pt x="468753" y="5075"/>
                    <a:pt x="477968" y="3798"/>
                    <a:pt x="487175" y="2855"/>
                  </a:cubicBezTo>
                  <a:lnTo>
                    <a:pt x="487175" y="2855"/>
                  </a:lnTo>
                  <a:cubicBezTo>
                    <a:pt x="491932" y="2538"/>
                    <a:pt x="496682" y="1903"/>
                    <a:pt x="501140" y="1586"/>
                  </a:cubicBezTo>
                  <a:lnTo>
                    <a:pt x="501457" y="1586"/>
                  </a:lnTo>
                  <a:cubicBezTo>
                    <a:pt x="510647" y="952"/>
                    <a:pt x="520179" y="634"/>
                    <a:pt x="529703" y="317"/>
                  </a:cubicBezTo>
                  <a:lnTo>
                    <a:pt x="529703" y="317"/>
                  </a:lnTo>
                  <a:cubicBezTo>
                    <a:pt x="534461" y="0"/>
                    <a:pt x="539210" y="0"/>
                    <a:pt x="543985" y="0"/>
                  </a:cubicBezTo>
                  <a:lnTo>
                    <a:pt x="543985" y="0"/>
                  </a:lnTo>
                  <a:cubicBezTo>
                    <a:pt x="549060" y="0"/>
                    <a:pt x="553818" y="0"/>
                    <a:pt x="558584" y="317"/>
                  </a:cubicBezTo>
                  <a:lnTo>
                    <a:pt x="558584" y="317"/>
                  </a:lnTo>
                  <a:cubicBezTo>
                    <a:pt x="568091" y="634"/>
                    <a:pt x="577623" y="952"/>
                    <a:pt x="586830" y="1586"/>
                  </a:cubicBezTo>
                  <a:lnTo>
                    <a:pt x="586830" y="1586"/>
                  </a:lnTo>
                  <a:cubicBezTo>
                    <a:pt x="591588" y="1903"/>
                    <a:pt x="596354" y="2538"/>
                    <a:pt x="601112" y="2855"/>
                  </a:cubicBezTo>
                  <a:lnTo>
                    <a:pt x="601112" y="2855"/>
                  </a:lnTo>
                  <a:cubicBezTo>
                    <a:pt x="610302" y="3798"/>
                    <a:pt x="619509" y="5075"/>
                    <a:pt x="628724" y="6335"/>
                  </a:cubicBezTo>
                  <a:lnTo>
                    <a:pt x="628724" y="6335"/>
                  </a:lnTo>
                  <a:cubicBezTo>
                    <a:pt x="633173" y="7287"/>
                    <a:pt x="637931" y="7930"/>
                    <a:pt x="642371" y="8881"/>
                  </a:cubicBezTo>
                  <a:lnTo>
                    <a:pt x="642371" y="8881"/>
                  </a:lnTo>
                  <a:cubicBezTo>
                    <a:pt x="646812" y="9515"/>
                    <a:pt x="651561" y="10476"/>
                    <a:pt x="656019" y="11419"/>
                  </a:cubicBezTo>
                  <a:lnTo>
                    <a:pt x="656019" y="11419"/>
                  </a:lnTo>
                  <a:cubicBezTo>
                    <a:pt x="669349" y="14282"/>
                    <a:pt x="682671" y="17445"/>
                    <a:pt x="695701" y="21260"/>
                  </a:cubicBezTo>
                  <a:lnTo>
                    <a:pt x="695701" y="21260"/>
                  </a:lnTo>
                  <a:cubicBezTo>
                    <a:pt x="869611" y="71075"/>
                    <a:pt x="1004491" y="204694"/>
                    <a:pt x="1060367" y="371952"/>
                  </a:cubicBezTo>
                  <a:lnTo>
                    <a:pt x="1060367" y="371952"/>
                  </a:lnTo>
                  <a:cubicBezTo>
                    <a:pt x="1063213" y="380516"/>
                    <a:pt x="1065759" y="388780"/>
                    <a:pt x="1067987" y="397344"/>
                  </a:cubicBezTo>
                  <a:lnTo>
                    <a:pt x="1067987" y="397344"/>
                  </a:lnTo>
                  <a:cubicBezTo>
                    <a:pt x="1069248" y="401467"/>
                    <a:pt x="1070517" y="405916"/>
                    <a:pt x="1071468" y="410357"/>
                  </a:cubicBezTo>
                  <a:lnTo>
                    <a:pt x="1071468" y="410357"/>
                  </a:lnTo>
                  <a:cubicBezTo>
                    <a:pt x="1072737" y="414480"/>
                    <a:pt x="1073697" y="418930"/>
                    <a:pt x="1074631" y="423044"/>
                  </a:cubicBezTo>
                  <a:lnTo>
                    <a:pt x="1074631" y="423044"/>
                  </a:lnTo>
                  <a:cubicBezTo>
                    <a:pt x="1075583" y="427493"/>
                    <a:pt x="1076543" y="431934"/>
                    <a:pt x="1077494" y="436383"/>
                  </a:cubicBezTo>
                  <a:lnTo>
                    <a:pt x="1077494" y="436383"/>
                  </a:lnTo>
                  <a:cubicBezTo>
                    <a:pt x="1078446" y="440498"/>
                    <a:pt x="1079089" y="444947"/>
                    <a:pt x="1080040" y="449396"/>
                  </a:cubicBezTo>
                  <a:lnTo>
                    <a:pt x="1080040" y="449396"/>
                  </a:lnTo>
                  <a:cubicBezTo>
                    <a:pt x="1080675" y="453837"/>
                    <a:pt x="1081309" y="458286"/>
                    <a:pt x="1082269" y="462727"/>
                  </a:cubicBezTo>
                  <a:lnTo>
                    <a:pt x="1082269" y="462727"/>
                  </a:lnTo>
                  <a:cubicBezTo>
                    <a:pt x="1082887" y="467167"/>
                    <a:pt x="1083521" y="471616"/>
                    <a:pt x="1083847" y="476057"/>
                  </a:cubicBezTo>
                  <a:lnTo>
                    <a:pt x="1083847" y="476057"/>
                  </a:lnTo>
                  <a:cubicBezTo>
                    <a:pt x="1084481" y="480497"/>
                    <a:pt x="1085116" y="484946"/>
                    <a:pt x="1085433" y="489396"/>
                  </a:cubicBezTo>
                  <a:lnTo>
                    <a:pt x="1085433" y="489396"/>
                  </a:lnTo>
                  <a:cubicBezTo>
                    <a:pt x="1086067" y="494153"/>
                    <a:pt x="1086384" y="498594"/>
                    <a:pt x="1086702" y="503043"/>
                  </a:cubicBezTo>
                  <a:lnTo>
                    <a:pt x="1086702" y="503043"/>
                  </a:lnTo>
                  <a:cubicBezTo>
                    <a:pt x="1087019" y="507492"/>
                    <a:pt x="1087318" y="512250"/>
                    <a:pt x="1087653" y="516690"/>
                  </a:cubicBezTo>
                  <a:lnTo>
                    <a:pt x="1087653" y="516690"/>
                  </a:lnTo>
                  <a:cubicBezTo>
                    <a:pt x="1087653" y="521139"/>
                    <a:pt x="1087953" y="525897"/>
                    <a:pt x="1087953" y="530346"/>
                  </a:cubicBezTo>
                  <a:lnTo>
                    <a:pt x="1087953" y="530346"/>
                  </a:lnTo>
                  <a:cubicBezTo>
                    <a:pt x="1088270" y="535104"/>
                    <a:pt x="1088270" y="539545"/>
                    <a:pt x="1088270" y="544311"/>
                  </a:cubicBezTo>
                  <a:lnTo>
                    <a:pt x="1088270" y="544311"/>
                  </a:lnTo>
                  <a:lnTo>
                    <a:pt x="1088270" y="547157"/>
                  </a:lnTo>
                  <a:cubicBezTo>
                    <a:pt x="1088270" y="548760"/>
                    <a:pt x="1088270" y="550655"/>
                    <a:pt x="1088270" y="552558"/>
                  </a:cubicBezTo>
                  <a:cubicBezTo>
                    <a:pt x="1087953" y="555104"/>
                    <a:pt x="1087953" y="557324"/>
                    <a:pt x="1087953" y="559870"/>
                  </a:cubicBezTo>
                  <a:lnTo>
                    <a:pt x="1087953" y="559870"/>
                  </a:lnTo>
                  <a:cubicBezTo>
                    <a:pt x="1082561" y="762035"/>
                    <a:pt x="974968" y="878827"/>
                    <a:pt x="898484" y="1046719"/>
                  </a:cubicBezTo>
                  <a:cubicBezTo>
                    <a:pt x="858502" y="1143203"/>
                    <a:pt x="828026" y="1255863"/>
                    <a:pt x="827392" y="1405667"/>
                  </a:cubicBezTo>
                  <a:cubicBezTo>
                    <a:pt x="828978" y="1551014"/>
                    <a:pt x="858502" y="1661153"/>
                    <a:pt x="897532" y="1755734"/>
                  </a:cubicBezTo>
                  <a:cubicBezTo>
                    <a:pt x="971487" y="1920454"/>
                    <a:pt x="1076534" y="2035643"/>
                    <a:pt x="1087318" y="2228627"/>
                  </a:cubicBezTo>
                  <a:cubicBezTo>
                    <a:pt x="1087318" y="2232108"/>
                    <a:pt x="1087653" y="2235271"/>
                    <a:pt x="1087653" y="2238777"/>
                  </a:cubicBezTo>
                  <a:lnTo>
                    <a:pt x="1087953" y="2243552"/>
                  </a:lnTo>
                  <a:cubicBezTo>
                    <a:pt x="1087953" y="2249244"/>
                    <a:pt x="1088270" y="2254971"/>
                    <a:pt x="1088270" y="2260680"/>
                  </a:cubicBezTo>
                  <a:lnTo>
                    <a:pt x="1088270" y="2260997"/>
                  </a:lnTo>
                  <a:lnTo>
                    <a:pt x="1088270" y="2260997"/>
                  </a:lnTo>
                  <a:cubicBezTo>
                    <a:pt x="1088270" y="2265455"/>
                    <a:pt x="1088270" y="2270204"/>
                    <a:pt x="1087953" y="2274644"/>
                  </a:cubicBezTo>
                  <a:lnTo>
                    <a:pt x="1087953" y="2274644"/>
                  </a:lnTo>
                  <a:cubicBezTo>
                    <a:pt x="1087953" y="2279419"/>
                    <a:pt x="1087653" y="2283851"/>
                    <a:pt x="1087653" y="2288292"/>
                  </a:cubicBezTo>
                  <a:lnTo>
                    <a:pt x="1087653" y="2288292"/>
                  </a:lnTo>
                  <a:cubicBezTo>
                    <a:pt x="1087318" y="2293050"/>
                    <a:pt x="1087019" y="2297499"/>
                    <a:pt x="1086702" y="2301939"/>
                  </a:cubicBezTo>
                  <a:lnTo>
                    <a:pt x="1086702" y="2301939"/>
                  </a:lnTo>
                  <a:cubicBezTo>
                    <a:pt x="1086384" y="2306714"/>
                    <a:pt x="1086067" y="2311146"/>
                    <a:pt x="1085433" y="2315587"/>
                  </a:cubicBezTo>
                  <a:lnTo>
                    <a:pt x="1085433" y="2315587"/>
                  </a:lnTo>
                  <a:cubicBezTo>
                    <a:pt x="1085116" y="2320045"/>
                    <a:pt x="1084481" y="2324476"/>
                    <a:pt x="1083847" y="2328917"/>
                  </a:cubicBezTo>
                  <a:lnTo>
                    <a:pt x="1083847" y="2328917"/>
                  </a:lnTo>
                  <a:cubicBezTo>
                    <a:pt x="1083530" y="2333375"/>
                    <a:pt x="1082895" y="2338124"/>
                    <a:pt x="1082269" y="2342582"/>
                  </a:cubicBezTo>
                  <a:lnTo>
                    <a:pt x="1082269" y="2342582"/>
                  </a:lnTo>
                  <a:cubicBezTo>
                    <a:pt x="1081318" y="2347022"/>
                    <a:pt x="1080675" y="2351137"/>
                    <a:pt x="1080040" y="2355577"/>
                  </a:cubicBezTo>
                  <a:lnTo>
                    <a:pt x="1080040" y="2355577"/>
                  </a:lnTo>
                  <a:cubicBezTo>
                    <a:pt x="1079089" y="2360035"/>
                    <a:pt x="1078446" y="2364484"/>
                    <a:pt x="1077494" y="2368908"/>
                  </a:cubicBezTo>
                  <a:lnTo>
                    <a:pt x="1077494" y="2368908"/>
                  </a:lnTo>
                  <a:cubicBezTo>
                    <a:pt x="1076543" y="2373365"/>
                    <a:pt x="1075583" y="2377480"/>
                    <a:pt x="1074631" y="2381938"/>
                  </a:cubicBezTo>
                  <a:lnTo>
                    <a:pt x="1074631" y="2381938"/>
                  </a:lnTo>
                  <a:cubicBezTo>
                    <a:pt x="1073697" y="2386387"/>
                    <a:pt x="1072737" y="2390510"/>
                    <a:pt x="1071468" y="2394959"/>
                  </a:cubicBezTo>
                  <a:lnTo>
                    <a:pt x="1071468" y="2394959"/>
                  </a:lnTo>
                  <a:cubicBezTo>
                    <a:pt x="1070517" y="2399083"/>
                    <a:pt x="1069239" y="2403515"/>
                    <a:pt x="1067987" y="2407655"/>
                  </a:cubicBezTo>
                  <a:lnTo>
                    <a:pt x="1067987" y="2407655"/>
                  </a:lnTo>
                  <a:cubicBezTo>
                    <a:pt x="1065759" y="2416211"/>
                    <a:pt x="1063213" y="2424783"/>
                    <a:pt x="1060367" y="2433039"/>
                  </a:cubicBezTo>
                  <a:lnTo>
                    <a:pt x="1060367" y="2433039"/>
                  </a:lnTo>
                  <a:cubicBezTo>
                    <a:pt x="1004491" y="2600605"/>
                    <a:pt x="869611" y="2734216"/>
                    <a:pt x="695701" y="2784040"/>
                  </a:cubicBezTo>
                  <a:lnTo>
                    <a:pt x="695701" y="2784040"/>
                  </a:lnTo>
                  <a:cubicBezTo>
                    <a:pt x="682671" y="2787855"/>
                    <a:pt x="669349" y="2791035"/>
                    <a:pt x="656019" y="2793881"/>
                  </a:cubicBezTo>
                  <a:lnTo>
                    <a:pt x="656019" y="2793881"/>
                  </a:lnTo>
                  <a:cubicBezTo>
                    <a:pt x="651570" y="2794832"/>
                    <a:pt x="646812" y="2795467"/>
                    <a:pt x="642371" y="2796427"/>
                  </a:cubicBezTo>
                  <a:lnTo>
                    <a:pt x="642371" y="2796427"/>
                  </a:lnTo>
                  <a:cubicBezTo>
                    <a:pt x="637931" y="2797061"/>
                    <a:pt x="633182" y="2798021"/>
                    <a:pt x="628724" y="2798655"/>
                  </a:cubicBezTo>
                  <a:lnTo>
                    <a:pt x="628724" y="2798655"/>
                  </a:lnTo>
                  <a:cubicBezTo>
                    <a:pt x="619518" y="2799907"/>
                    <a:pt x="610310" y="2801185"/>
                    <a:pt x="601112" y="2802136"/>
                  </a:cubicBezTo>
                  <a:lnTo>
                    <a:pt x="601112" y="2802136"/>
                  </a:lnTo>
                  <a:cubicBezTo>
                    <a:pt x="596354" y="2802771"/>
                    <a:pt x="591588" y="2803088"/>
                    <a:pt x="586830" y="2803405"/>
                  </a:cubicBezTo>
                  <a:lnTo>
                    <a:pt x="586830" y="2803405"/>
                  </a:lnTo>
                  <a:cubicBezTo>
                    <a:pt x="577623" y="2804039"/>
                    <a:pt x="568091" y="2804674"/>
                    <a:pt x="558584" y="2805000"/>
                  </a:cubicBezTo>
                  <a:lnTo>
                    <a:pt x="558584" y="2805000"/>
                  </a:lnTo>
                  <a:cubicBezTo>
                    <a:pt x="553809" y="2805000"/>
                    <a:pt x="549060" y="2805000"/>
                    <a:pt x="543985" y="2805000"/>
                  </a:cubicBezTo>
                  <a:lnTo>
                    <a:pt x="543985" y="2805000"/>
                  </a:lnTo>
                  <a:cubicBezTo>
                    <a:pt x="539210" y="2805000"/>
                    <a:pt x="534461" y="2805000"/>
                    <a:pt x="529703" y="2805000"/>
                  </a:cubicBezTo>
                  <a:lnTo>
                    <a:pt x="529703" y="2805000"/>
                  </a:lnTo>
                  <a:cubicBezTo>
                    <a:pt x="520179" y="2804682"/>
                    <a:pt x="510647" y="2804048"/>
                    <a:pt x="501457" y="2803405"/>
                  </a:cubicBezTo>
                  <a:lnTo>
                    <a:pt x="501140" y="2803405"/>
                  </a:lnTo>
                  <a:cubicBezTo>
                    <a:pt x="496691" y="2803088"/>
                    <a:pt x="491932" y="2802771"/>
                    <a:pt x="487175" y="2802136"/>
                  </a:cubicBezTo>
                  <a:lnTo>
                    <a:pt x="487175" y="2802136"/>
                  </a:lnTo>
                  <a:cubicBezTo>
                    <a:pt x="477968" y="2801185"/>
                    <a:pt x="468761" y="2799907"/>
                    <a:pt x="459546" y="2798655"/>
                  </a:cubicBezTo>
                  <a:lnTo>
                    <a:pt x="459546" y="2798655"/>
                  </a:lnTo>
                  <a:cubicBezTo>
                    <a:pt x="454788" y="2798021"/>
                    <a:pt x="450356" y="2797061"/>
                    <a:pt x="445915" y="2796427"/>
                  </a:cubicBezTo>
                  <a:lnTo>
                    <a:pt x="445915" y="2796427"/>
                  </a:lnTo>
                  <a:cubicBezTo>
                    <a:pt x="441466" y="2795475"/>
                    <a:pt x="436709" y="2794832"/>
                    <a:pt x="432251" y="2793881"/>
                  </a:cubicBezTo>
                  <a:lnTo>
                    <a:pt x="432251" y="2793881"/>
                  </a:lnTo>
                  <a:cubicBezTo>
                    <a:pt x="418921" y="2791035"/>
                    <a:pt x="405599" y="2787855"/>
                    <a:pt x="392586" y="2784040"/>
                  </a:cubicBezTo>
                  <a:lnTo>
                    <a:pt x="392586" y="2784040"/>
                  </a:lnTo>
                  <a:cubicBezTo>
                    <a:pt x="218359" y="2734207"/>
                    <a:pt x="83453" y="2600605"/>
                    <a:pt x="27920" y="2433039"/>
                  </a:cubicBezTo>
                  <a:lnTo>
                    <a:pt x="27920" y="2433039"/>
                  </a:lnTo>
                  <a:cubicBezTo>
                    <a:pt x="25074" y="2424783"/>
                    <a:pt x="22528" y="2416211"/>
                    <a:pt x="19982" y="2407655"/>
                  </a:cubicBezTo>
                  <a:lnTo>
                    <a:pt x="19982" y="2407655"/>
                  </a:lnTo>
                  <a:cubicBezTo>
                    <a:pt x="19031" y="2403515"/>
                    <a:pt x="17771" y="2399083"/>
                    <a:pt x="16819" y="2394959"/>
                  </a:cubicBezTo>
                  <a:lnTo>
                    <a:pt x="16819" y="2394959"/>
                  </a:lnTo>
                  <a:cubicBezTo>
                    <a:pt x="15550" y="2390510"/>
                    <a:pt x="14590" y="2386387"/>
                    <a:pt x="13639" y="2381938"/>
                  </a:cubicBezTo>
                  <a:lnTo>
                    <a:pt x="13639" y="2381938"/>
                  </a:lnTo>
                  <a:cubicBezTo>
                    <a:pt x="12704" y="2377480"/>
                    <a:pt x="11727" y="2373365"/>
                    <a:pt x="10793" y="2368908"/>
                  </a:cubicBezTo>
                  <a:lnTo>
                    <a:pt x="10793" y="2368908"/>
                  </a:lnTo>
                  <a:cubicBezTo>
                    <a:pt x="9841" y="2364484"/>
                    <a:pt x="9198" y="2360035"/>
                    <a:pt x="8247" y="2355577"/>
                  </a:cubicBezTo>
                  <a:lnTo>
                    <a:pt x="8247" y="2355577"/>
                  </a:lnTo>
                  <a:cubicBezTo>
                    <a:pt x="7612" y="2351145"/>
                    <a:pt x="6661" y="2347022"/>
                    <a:pt x="6018" y="2342582"/>
                  </a:cubicBezTo>
                  <a:lnTo>
                    <a:pt x="6018" y="2342582"/>
                  </a:lnTo>
                  <a:cubicBezTo>
                    <a:pt x="5401" y="2338124"/>
                    <a:pt x="4766" y="2333375"/>
                    <a:pt x="4123" y="2328917"/>
                  </a:cubicBezTo>
                  <a:lnTo>
                    <a:pt x="4123" y="2328917"/>
                  </a:lnTo>
                  <a:cubicBezTo>
                    <a:pt x="3806" y="2324476"/>
                    <a:pt x="3172" y="2320045"/>
                    <a:pt x="2854" y="2315587"/>
                  </a:cubicBezTo>
                  <a:lnTo>
                    <a:pt x="2854" y="2315587"/>
                  </a:lnTo>
                  <a:cubicBezTo>
                    <a:pt x="2220" y="2311146"/>
                    <a:pt x="1903" y="2306714"/>
                    <a:pt x="1586" y="2301939"/>
                  </a:cubicBezTo>
                  <a:lnTo>
                    <a:pt x="1586" y="2301939"/>
                  </a:lnTo>
                  <a:cubicBezTo>
                    <a:pt x="1268" y="2297499"/>
                    <a:pt x="951" y="2293050"/>
                    <a:pt x="634" y="2288292"/>
                  </a:cubicBezTo>
                  <a:lnTo>
                    <a:pt x="634" y="2288292"/>
                  </a:lnTo>
                  <a:cubicBezTo>
                    <a:pt x="317" y="2283851"/>
                    <a:pt x="317" y="2279419"/>
                    <a:pt x="317" y="2274644"/>
                  </a:cubicBezTo>
                  <a:lnTo>
                    <a:pt x="317" y="2274644"/>
                  </a:lnTo>
                  <a:cubicBezTo>
                    <a:pt x="0" y="2270204"/>
                    <a:pt x="0" y="2265455"/>
                    <a:pt x="0" y="2260997"/>
                  </a:cubicBezTo>
                  <a:lnTo>
                    <a:pt x="0" y="2260997"/>
                  </a:lnTo>
                  <a:lnTo>
                    <a:pt x="0" y="2260680"/>
                  </a:lnTo>
                  <a:cubicBezTo>
                    <a:pt x="0" y="2254971"/>
                    <a:pt x="0" y="2249244"/>
                    <a:pt x="317" y="2243552"/>
                  </a:cubicBezTo>
                  <a:cubicBezTo>
                    <a:pt x="317" y="2241958"/>
                    <a:pt x="317" y="2240372"/>
                    <a:pt x="317" y="2238777"/>
                  </a:cubicBezTo>
                  <a:cubicBezTo>
                    <a:pt x="634" y="2235280"/>
                    <a:pt x="634" y="2232116"/>
                    <a:pt x="951" y="2228627"/>
                  </a:cubicBezTo>
                  <a:cubicBezTo>
                    <a:pt x="11727" y="2035660"/>
                    <a:pt x="116774" y="1920463"/>
                    <a:pt x="190747" y="1755742"/>
                  </a:cubicBezTo>
                  <a:lnTo>
                    <a:pt x="190747" y="1755742"/>
                  </a:lnTo>
                  <a:close/>
                </a:path>
              </a:pathLst>
            </a:custGeom>
            <a:solidFill>
              <a:srgbClr val="1FB5E4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49FE11A-61B2-204E-3224-A45449224278}"/>
                </a:ext>
              </a:extLst>
            </p:cNvPr>
            <p:cNvSpPr/>
            <p:nvPr/>
          </p:nvSpPr>
          <p:spPr>
            <a:xfrm>
              <a:off x="13667630" y="3982371"/>
              <a:ext cx="2303054" cy="2302875"/>
            </a:xfrm>
            <a:custGeom>
              <a:avLst/>
              <a:gdLst>
                <a:gd name="csX0" fmla="*/ 652194 w 2303054"/>
                <a:gd name="csY0" fmla="*/ 1151292 h 2302875"/>
                <a:gd name="csX1" fmla="*/ 947979 w 2303054"/>
                <a:gd name="csY1" fmla="*/ 954510 h 2302875"/>
                <a:gd name="csX2" fmla="*/ 1152382 w 2303054"/>
                <a:gd name="csY2" fmla="*/ 649201 h 2302875"/>
                <a:gd name="csX3" fmla="*/ 1351692 w 2303054"/>
                <a:gd name="csY3" fmla="*/ 183302 h 2302875"/>
                <a:gd name="csX4" fmla="*/ 1358354 w 2303054"/>
                <a:gd name="csY4" fmla="*/ 175681 h 2302875"/>
                <a:gd name="csX5" fmla="*/ 1361534 w 2303054"/>
                <a:gd name="csY5" fmla="*/ 172184 h 2302875"/>
                <a:gd name="csX6" fmla="*/ 1373587 w 2303054"/>
                <a:gd name="csY6" fmla="*/ 159814 h 2302875"/>
                <a:gd name="csX7" fmla="*/ 1373904 w 2303054"/>
                <a:gd name="csY7" fmla="*/ 159814 h 2302875"/>
                <a:gd name="csX8" fmla="*/ 1373904 w 2303054"/>
                <a:gd name="csY8" fmla="*/ 159814 h 2302875"/>
                <a:gd name="csX9" fmla="*/ 1383745 w 2303054"/>
                <a:gd name="csY9" fmla="*/ 150290 h 2302875"/>
                <a:gd name="csX10" fmla="*/ 1383745 w 2303054"/>
                <a:gd name="csY10" fmla="*/ 150290 h 2302875"/>
                <a:gd name="csX11" fmla="*/ 1393578 w 2303054"/>
                <a:gd name="csY11" fmla="*/ 140766 h 2302875"/>
                <a:gd name="csX12" fmla="*/ 1393578 w 2303054"/>
                <a:gd name="csY12" fmla="*/ 140766 h 2302875"/>
                <a:gd name="csX13" fmla="*/ 1404045 w 2303054"/>
                <a:gd name="csY13" fmla="*/ 131893 h 2302875"/>
                <a:gd name="csX14" fmla="*/ 1404045 w 2303054"/>
                <a:gd name="csY14" fmla="*/ 131893 h 2302875"/>
                <a:gd name="csX15" fmla="*/ 1414212 w 2303054"/>
                <a:gd name="csY15" fmla="*/ 123003 h 2302875"/>
                <a:gd name="csX16" fmla="*/ 1414212 w 2303054"/>
                <a:gd name="csY16" fmla="*/ 123003 h 2302875"/>
                <a:gd name="csX17" fmla="*/ 1424996 w 2303054"/>
                <a:gd name="csY17" fmla="*/ 114748 h 2302875"/>
                <a:gd name="csX18" fmla="*/ 1424996 w 2303054"/>
                <a:gd name="csY18" fmla="*/ 114748 h 2302875"/>
                <a:gd name="csX19" fmla="*/ 1435798 w 2303054"/>
                <a:gd name="csY19" fmla="*/ 106493 h 2302875"/>
                <a:gd name="csX20" fmla="*/ 1435798 w 2303054"/>
                <a:gd name="csY20" fmla="*/ 106493 h 2302875"/>
                <a:gd name="csX21" fmla="*/ 1446599 w 2303054"/>
                <a:gd name="csY21" fmla="*/ 98572 h 2302875"/>
                <a:gd name="csX22" fmla="*/ 1446599 w 2303054"/>
                <a:gd name="csY22" fmla="*/ 98572 h 2302875"/>
                <a:gd name="csX23" fmla="*/ 1457700 w 2303054"/>
                <a:gd name="csY23" fmla="*/ 90934 h 2302875"/>
                <a:gd name="csX24" fmla="*/ 1457700 w 2303054"/>
                <a:gd name="csY24" fmla="*/ 90934 h 2302875"/>
                <a:gd name="csX25" fmla="*/ 1468801 w 2303054"/>
                <a:gd name="csY25" fmla="*/ 83630 h 2302875"/>
                <a:gd name="csX26" fmla="*/ 1468801 w 2303054"/>
                <a:gd name="csY26" fmla="*/ 83630 h 2302875"/>
                <a:gd name="csX27" fmla="*/ 1480237 w 2303054"/>
                <a:gd name="csY27" fmla="*/ 76660 h 2302875"/>
                <a:gd name="csX28" fmla="*/ 1480237 w 2303054"/>
                <a:gd name="csY28" fmla="*/ 76660 h 2302875"/>
                <a:gd name="csX29" fmla="*/ 1491673 w 2303054"/>
                <a:gd name="csY29" fmla="*/ 69983 h 2302875"/>
                <a:gd name="csX30" fmla="*/ 1491673 w 2303054"/>
                <a:gd name="csY30" fmla="*/ 69983 h 2302875"/>
                <a:gd name="csX31" fmla="*/ 1515144 w 2303054"/>
                <a:gd name="csY31" fmla="*/ 57612 h 2302875"/>
                <a:gd name="csX32" fmla="*/ 1515144 w 2303054"/>
                <a:gd name="csY32" fmla="*/ 57612 h 2302875"/>
                <a:gd name="csX33" fmla="*/ 2021042 w 2303054"/>
                <a:gd name="csY33" fmla="*/ 67454 h 2302875"/>
                <a:gd name="csX34" fmla="*/ 2021042 w 2303054"/>
                <a:gd name="csY34" fmla="*/ 67454 h 2302875"/>
                <a:gd name="csX35" fmla="*/ 2056266 w 2303054"/>
                <a:gd name="csY35" fmla="*/ 88713 h 2302875"/>
                <a:gd name="csX36" fmla="*/ 2056266 w 2303054"/>
                <a:gd name="csY36" fmla="*/ 88713 h 2302875"/>
                <a:gd name="csX37" fmla="*/ 2067685 w 2303054"/>
                <a:gd name="csY37" fmla="*/ 96317 h 2302875"/>
                <a:gd name="csX38" fmla="*/ 2067685 w 2303054"/>
                <a:gd name="csY38" fmla="*/ 96317 h 2302875"/>
                <a:gd name="csX39" fmla="*/ 2078804 w 2303054"/>
                <a:gd name="csY39" fmla="*/ 104590 h 2302875"/>
                <a:gd name="csX40" fmla="*/ 2078804 w 2303054"/>
                <a:gd name="csY40" fmla="*/ 104590 h 2302875"/>
                <a:gd name="csX41" fmla="*/ 2101023 w 2303054"/>
                <a:gd name="csY41" fmla="*/ 121735 h 2302875"/>
                <a:gd name="csX42" fmla="*/ 2101023 w 2303054"/>
                <a:gd name="csY42" fmla="*/ 121735 h 2302875"/>
                <a:gd name="csX43" fmla="*/ 2111808 w 2303054"/>
                <a:gd name="csY43" fmla="*/ 130607 h 2302875"/>
                <a:gd name="csX44" fmla="*/ 2111808 w 2303054"/>
                <a:gd name="csY44" fmla="*/ 130607 h 2302875"/>
                <a:gd name="csX45" fmla="*/ 2133068 w 2303054"/>
                <a:gd name="csY45" fmla="*/ 149647 h 2302875"/>
                <a:gd name="csX46" fmla="*/ 2133068 w 2303054"/>
                <a:gd name="csY46" fmla="*/ 149647 h 2302875"/>
                <a:gd name="csX47" fmla="*/ 2143226 w 2303054"/>
                <a:gd name="csY47" fmla="*/ 159805 h 2302875"/>
                <a:gd name="csX48" fmla="*/ 2143226 w 2303054"/>
                <a:gd name="csY48" fmla="*/ 159805 h 2302875"/>
                <a:gd name="csX49" fmla="*/ 2153393 w 2303054"/>
                <a:gd name="csY49" fmla="*/ 169964 h 2302875"/>
                <a:gd name="csX50" fmla="*/ 2153393 w 2303054"/>
                <a:gd name="csY50" fmla="*/ 169964 h 2302875"/>
                <a:gd name="csX51" fmla="*/ 2172432 w 2303054"/>
                <a:gd name="csY51" fmla="*/ 191223 h 2302875"/>
                <a:gd name="csX52" fmla="*/ 2172432 w 2303054"/>
                <a:gd name="csY52" fmla="*/ 191223 h 2302875"/>
                <a:gd name="csX53" fmla="*/ 2181322 w 2303054"/>
                <a:gd name="csY53" fmla="*/ 202007 h 2302875"/>
                <a:gd name="csX54" fmla="*/ 2181322 w 2303054"/>
                <a:gd name="csY54" fmla="*/ 202007 h 2302875"/>
                <a:gd name="csX55" fmla="*/ 2198450 w 2303054"/>
                <a:gd name="csY55" fmla="*/ 224227 h 2302875"/>
                <a:gd name="csX56" fmla="*/ 2198450 w 2303054"/>
                <a:gd name="csY56" fmla="*/ 224227 h 2302875"/>
                <a:gd name="csX57" fmla="*/ 2206705 w 2303054"/>
                <a:gd name="csY57" fmla="*/ 235329 h 2302875"/>
                <a:gd name="csX58" fmla="*/ 2206705 w 2303054"/>
                <a:gd name="csY58" fmla="*/ 235329 h 2302875"/>
                <a:gd name="csX59" fmla="*/ 2214326 w 2303054"/>
                <a:gd name="csY59" fmla="*/ 246764 h 2302875"/>
                <a:gd name="csX60" fmla="*/ 2214326 w 2303054"/>
                <a:gd name="csY60" fmla="*/ 246764 h 2302875"/>
                <a:gd name="csX61" fmla="*/ 2235586 w 2303054"/>
                <a:gd name="csY61" fmla="*/ 281989 h 2302875"/>
                <a:gd name="csX62" fmla="*/ 2235586 w 2303054"/>
                <a:gd name="csY62" fmla="*/ 281989 h 2302875"/>
                <a:gd name="csX63" fmla="*/ 2245419 w 2303054"/>
                <a:gd name="csY63" fmla="*/ 787886 h 2302875"/>
                <a:gd name="csX64" fmla="*/ 2245419 w 2303054"/>
                <a:gd name="csY64" fmla="*/ 787886 h 2302875"/>
                <a:gd name="csX65" fmla="*/ 2232723 w 2303054"/>
                <a:gd name="csY65" fmla="*/ 811058 h 2302875"/>
                <a:gd name="csX66" fmla="*/ 2232723 w 2303054"/>
                <a:gd name="csY66" fmla="*/ 811058 h 2302875"/>
                <a:gd name="csX67" fmla="*/ 2226062 w 2303054"/>
                <a:gd name="csY67" fmla="*/ 822794 h 2302875"/>
                <a:gd name="csX68" fmla="*/ 2226062 w 2303054"/>
                <a:gd name="csY68" fmla="*/ 822794 h 2302875"/>
                <a:gd name="csX69" fmla="*/ 2219401 w 2303054"/>
                <a:gd name="csY69" fmla="*/ 834212 h 2302875"/>
                <a:gd name="csX70" fmla="*/ 2219401 w 2303054"/>
                <a:gd name="csY70" fmla="*/ 834212 h 2302875"/>
                <a:gd name="csX71" fmla="*/ 2212098 w 2303054"/>
                <a:gd name="csY71" fmla="*/ 845331 h 2302875"/>
                <a:gd name="csX72" fmla="*/ 2212098 w 2303054"/>
                <a:gd name="csY72" fmla="*/ 845331 h 2302875"/>
                <a:gd name="csX73" fmla="*/ 2204476 w 2303054"/>
                <a:gd name="csY73" fmla="*/ 856450 h 2302875"/>
                <a:gd name="csX74" fmla="*/ 2204476 w 2303054"/>
                <a:gd name="csY74" fmla="*/ 856450 h 2302875"/>
                <a:gd name="csX75" fmla="*/ 2196538 w 2303054"/>
                <a:gd name="csY75" fmla="*/ 867234 h 2302875"/>
                <a:gd name="csX76" fmla="*/ 2196538 w 2303054"/>
                <a:gd name="csY76" fmla="*/ 867234 h 2302875"/>
                <a:gd name="csX77" fmla="*/ 2188300 w 2303054"/>
                <a:gd name="csY77" fmla="*/ 878018 h 2302875"/>
                <a:gd name="csX78" fmla="*/ 2188300 w 2303054"/>
                <a:gd name="csY78" fmla="*/ 878018 h 2302875"/>
                <a:gd name="csX79" fmla="*/ 2180045 w 2303054"/>
                <a:gd name="csY79" fmla="*/ 888802 h 2302875"/>
                <a:gd name="csX80" fmla="*/ 2180045 w 2303054"/>
                <a:gd name="csY80" fmla="*/ 888802 h 2302875"/>
                <a:gd name="csX81" fmla="*/ 2171155 w 2303054"/>
                <a:gd name="csY81" fmla="*/ 898960 h 2302875"/>
                <a:gd name="csX82" fmla="*/ 2171155 w 2303054"/>
                <a:gd name="csY82" fmla="*/ 898960 h 2302875"/>
                <a:gd name="csX83" fmla="*/ 2162265 w 2303054"/>
                <a:gd name="csY83" fmla="*/ 909444 h 2302875"/>
                <a:gd name="csX84" fmla="*/ 2162265 w 2303054"/>
                <a:gd name="csY84" fmla="*/ 909444 h 2302875"/>
                <a:gd name="csX85" fmla="*/ 2152759 w 2303054"/>
                <a:gd name="csY85" fmla="*/ 919269 h 2302875"/>
                <a:gd name="csX86" fmla="*/ 2152759 w 2303054"/>
                <a:gd name="csY86" fmla="*/ 919269 h 2302875"/>
                <a:gd name="csX87" fmla="*/ 2143234 w 2303054"/>
                <a:gd name="csY87" fmla="*/ 929110 h 2302875"/>
                <a:gd name="csX88" fmla="*/ 2143234 w 2303054"/>
                <a:gd name="csY88" fmla="*/ 929110 h 2302875"/>
                <a:gd name="csX89" fmla="*/ 2141323 w 2303054"/>
                <a:gd name="csY89" fmla="*/ 931339 h 2302875"/>
                <a:gd name="csX90" fmla="*/ 2137191 w 2303054"/>
                <a:gd name="csY90" fmla="*/ 935136 h 2302875"/>
                <a:gd name="csX91" fmla="*/ 2132133 w 2303054"/>
                <a:gd name="csY91" fmla="*/ 940228 h 2302875"/>
                <a:gd name="csX92" fmla="*/ 2132133 w 2303054"/>
                <a:gd name="csY92" fmla="*/ 940228 h 2302875"/>
                <a:gd name="csX93" fmla="*/ 1653830 w 2303054"/>
                <a:gd name="csY93" fmla="*/ 1150641 h 2302875"/>
                <a:gd name="csX94" fmla="*/ 1349789 w 2303054"/>
                <a:gd name="csY94" fmla="*/ 1353766 h 2302875"/>
                <a:gd name="csX95" fmla="*/ 1151748 w 2303054"/>
                <a:gd name="csY95" fmla="*/ 1650820 h 2302875"/>
                <a:gd name="csX96" fmla="*/ 951485 w 2303054"/>
                <a:gd name="csY96" fmla="*/ 2119582 h 2302875"/>
                <a:gd name="csX97" fmla="*/ 944825 w 2303054"/>
                <a:gd name="csY97" fmla="*/ 2127202 h 2302875"/>
                <a:gd name="csX98" fmla="*/ 941327 w 2303054"/>
                <a:gd name="csY98" fmla="*/ 2130683 h 2302875"/>
                <a:gd name="csX99" fmla="*/ 929591 w 2303054"/>
                <a:gd name="csY99" fmla="*/ 2142753 h 2302875"/>
                <a:gd name="csX100" fmla="*/ 929274 w 2303054"/>
                <a:gd name="csY100" fmla="*/ 2143070 h 2302875"/>
                <a:gd name="csX101" fmla="*/ 929274 w 2303054"/>
                <a:gd name="csY101" fmla="*/ 2143070 h 2302875"/>
                <a:gd name="csX102" fmla="*/ 919450 w 2303054"/>
                <a:gd name="csY102" fmla="*/ 2152894 h 2302875"/>
                <a:gd name="csX103" fmla="*/ 919450 w 2303054"/>
                <a:gd name="csY103" fmla="*/ 2152894 h 2302875"/>
                <a:gd name="csX104" fmla="*/ 909609 w 2303054"/>
                <a:gd name="csY104" fmla="*/ 2162101 h 2302875"/>
                <a:gd name="csX105" fmla="*/ 909609 w 2303054"/>
                <a:gd name="csY105" fmla="*/ 2162101 h 2302875"/>
                <a:gd name="csX106" fmla="*/ 899142 w 2303054"/>
                <a:gd name="csY106" fmla="*/ 2170974 h 2302875"/>
                <a:gd name="csX107" fmla="*/ 899142 w 2303054"/>
                <a:gd name="csY107" fmla="*/ 2170974 h 2302875"/>
                <a:gd name="csX108" fmla="*/ 888658 w 2303054"/>
                <a:gd name="csY108" fmla="*/ 2179863 h 2302875"/>
                <a:gd name="csX109" fmla="*/ 888658 w 2303054"/>
                <a:gd name="csY109" fmla="*/ 2179863 h 2302875"/>
                <a:gd name="csX110" fmla="*/ 878173 w 2303054"/>
                <a:gd name="csY110" fmla="*/ 2188119 h 2302875"/>
                <a:gd name="csX111" fmla="*/ 878173 w 2303054"/>
                <a:gd name="csY111" fmla="*/ 2188119 h 2302875"/>
                <a:gd name="csX112" fmla="*/ 867389 w 2303054"/>
                <a:gd name="csY112" fmla="*/ 2196391 h 2302875"/>
                <a:gd name="csX113" fmla="*/ 867389 w 2303054"/>
                <a:gd name="csY113" fmla="*/ 2196391 h 2302875"/>
                <a:gd name="csX114" fmla="*/ 856588 w 2303054"/>
                <a:gd name="csY114" fmla="*/ 2204312 h 2302875"/>
                <a:gd name="csX115" fmla="*/ 856588 w 2303054"/>
                <a:gd name="csY115" fmla="*/ 2204312 h 2302875"/>
                <a:gd name="csX116" fmla="*/ 845486 w 2303054"/>
                <a:gd name="csY116" fmla="*/ 2211933 h 2302875"/>
                <a:gd name="csX117" fmla="*/ 845486 w 2303054"/>
                <a:gd name="csY117" fmla="*/ 2211933 h 2302875"/>
                <a:gd name="csX118" fmla="*/ 834051 w 2303054"/>
                <a:gd name="csY118" fmla="*/ 2219237 h 2302875"/>
                <a:gd name="csX119" fmla="*/ 834051 w 2303054"/>
                <a:gd name="csY119" fmla="*/ 2219237 h 2302875"/>
                <a:gd name="csX120" fmla="*/ 822950 w 2303054"/>
                <a:gd name="csY120" fmla="*/ 2226215 h 2302875"/>
                <a:gd name="csX121" fmla="*/ 822950 w 2303054"/>
                <a:gd name="csY121" fmla="*/ 2226215 h 2302875"/>
                <a:gd name="csX122" fmla="*/ 811196 w 2303054"/>
                <a:gd name="csY122" fmla="*/ 2232876 h 2302875"/>
                <a:gd name="csX123" fmla="*/ 811196 w 2303054"/>
                <a:gd name="csY123" fmla="*/ 2232876 h 2302875"/>
                <a:gd name="csX124" fmla="*/ 788042 w 2303054"/>
                <a:gd name="csY124" fmla="*/ 2245246 h 2302875"/>
                <a:gd name="csX125" fmla="*/ 788042 w 2303054"/>
                <a:gd name="csY125" fmla="*/ 2245246 h 2302875"/>
                <a:gd name="csX126" fmla="*/ 281827 w 2303054"/>
                <a:gd name="csY126" fmla="*/ 2235422 h 2302875"/>
                <a:gd name="csX127" fmla="*/ 281827 w 2303054"/>
                <a:gd name="csY127" fmla="*/ 2235422 h 2302875"/>
                <a:gd name="csX128" fmla="*/ 246920 w 2303054"/>
                <a:gd name="csY128" fmla="*/ 2214153 h 2302875"/>
                <a:gd name="csX129" fmla="*/ 246920 w 2303054"/>
                <a:gd name="csY129" fmla="*/ 2214153 h 2302875"/>
                <a:gd name="csX130" fmla="*/ 235502 w 2303054"/>
                <a:gd name="csY130" fmla="*/ 2206533 h 2302875"/>
                <a:gd name="csX131" fmla="*/ 235502 w 2303054"/>
                <a:gd name="csY131" fmla="*/ 2206533 h 2302875"/>
                <a:gd name="csX132" fmla="*/ 224066 w 2303054"/>
                <a:gd name="csY132" fmla="*/ 2198277 h 2302875"/>
                <a:gd name="csX133" fmla="*/ 224066 w 2303054"/>
                <a:gd name="csY133" fmla="*/ 2198277 h 2302875"/>
                <a:gd name="csX134" fmla="*/ 202163 w 2303054"/>
                <a:gd name="csY134" fmla="*/ 2181449 h 2302875"/>
                <a:gd name="csX135" fmla="*/ 202163 w 2303054"/>
                <a:gd name="csY135" fmla="*/ 2181132 h 2302875"/>
                <a:gd name="csX136" fmla="*/ 191379 w 2303054"/>
                <a:gd name="csY136" fmla="*/ 2172259 h 2302875"/>
                <a:gd name="csX137" fmla="*/ 191379 w 2303054"/>
                <a:gd name="csY137" fmla="*/ 2172259 h 2302875"/>
                <a:gd name="csX138" fmla="*/ 170102 w 2303054"/>
                <a:gd name="csY138" fmla="*/ 2153203 h 2302875"/>
                <a:gd name="csX139" fmla="*/ 170102 w 2303054"/>
                <a:gd name="csY139" fmla="*/ 2153203 h 2302875"/>
                <a:gd name="csX140" fmla="*/ 159952 w 2303054"/>
                <a:gd name="csY140" fmla="*/ 2143053 h 2302875"/>
                <a:gd name="csX141" fmla="*/ 159952 w 2303054"/>
                <a:gd name="csY141" fmla="*/ 2143053 h 2302875"/>
                <a:gd name="csX142" fmla="*/ 149802 w 2303054"/>
                <a:gd name="csY142" fmla="*/ 2132895 h 2302875"/>
                <a:gd name="csX143" fmla="*/ 149802 w 2303054"/>
                <a:gd name="csY143" fmla="*/ 2132895 h 2302875"/>
                <a:gd name="csX144" fmla="*/ 130746 w 2303054"/>
                <a:gd name="csY144" fmla="*/ 2111626 h 2302875"/>
                <a:gd name="csX145" fmla="*/ 130746 w 2303054"/>
                <a:gd name="csY145" fmla="*/ 2111626 h 2302875"/>
                <a:gd name="csX146" fmla="*/ 121539 w 2303054"/>
                <a:gd name="csY146" fmla="*/ 2100842 h 2302875"/>
                <a:gd name="csX147" fmla="*/ 121539 w 2303054"/>
                <a:gd name="csY147" fmla="*/ 2100842 h 2302875"/>
                <a:gd name="csX148" fmla="*/ 104728 w 2303054"/>
                <a:gd name="csY148" fmla="*/ 2078622 h 2302875"/>
                <a:gd name="csX149" fmla="*/ 104728 w 2303054"/>
                <a:gd name="csY149" fmla="*/ 2078622 h 2302875"/>
                <a:gd name="csX150" fmla="*/ 96473 w 2303054"/>
                <a:gd name="csY150" fmla="*/ 2067521 h 2302875"/>
                <a:gd name="csX151" fmla="*/ 96473 w 2303054"/>
                <a:gd name="csY151" fmla="*/ 2067521 h 2302875"/>
                <a:gd name="csX152" fmla="*/ 88852 w 2303054"/>
                <a:gd name="csY152" fmla="*/ 2056085 h 2302875"/>
                <a:gd name="csX153" fmla="*/ 88852 w 2303054"/>
                <a:gd name="csY153" fmla="*/ 2056085 h 2302875"/>
                <a:gd name="csX154" fmla="*/ 67592 w 2303054"/>
                <a:gd name="csY154" fmla="*/ 2021178 h 2302875"/>
                <a:gd name="csX155" fmla="*/ 67592 w 2303054"/>
                <a:gd name="csY155" fmla="*/ 2020861 h 2302875"/>
                <a:gd name="csX156" fmla="*/ 57751 w 2303054"/>
                <a:gd name="csY156" fmla="*/ 1514963 h 2302875"/>
                <a:gd name="csX157" fmla="*/ 57751 w 2303054"/>
                <a:gd name="csY157" fmla="*/ 1514963 h 2302875"/>
                <a:gd name="csX158" fmla="*/ 70138 w 2303054"/>
                <a:gd name="csY158" fmla="*/ 1491791 h 2302875"/>
                <a:gd name="csX159" fmla="*/ 70138 w 2303054"/>
                <a:gd name="csY159" fmla="*/ 1491791 h 2302875"/>
                <a:gd name="csX160" fmla="*/ 76799 w 2303054"/>
                <a:gd name="csY160" fmla="*/ 1480039 h 2302875"/>
                <a:gd name="csX161" fmla="*/ 76799 w 2303054"/>
                <a:gd name="csY161" fmla="*/ 1480039 h 2302875"/>
                <a:gd name="csX162" fmla="*/ 83785 w 2303054"/>
                <a:gd name="csY162" fmla="*/ 1468620 h 2302875"/>
                <a:gd name="csX163" fmla="*/ 83785 w 2303054"/>
                <a:gd name="csY163" fmla="*/ 1468620 h 2302875"/>
                <a:gd name="csX164" fmla="*/ 91081 w 2303054"/>
                <a:gd name="csY164" fmla="*/ 1457519 h 2302875"/>
                <a:gd name="csX165" fmla="*/ 91081 w 2303054"/>
                <a:gd name="csY165" fmla="*/ 1457519 h 2302875"/>
                <a:gd name="csX166" fmla="*/ 98702 w 2303054"/>
                <a:gd name="csY166" fmla="*/ 1446400 h 2302875"/>
                <a:gd name="csX167" fmla="*/ 98702 w 2303054"/>
                <a:gd name="csY167" fmla="*/ 1446400 h 2302875"/>
                <a:gd name="csX168" fmla="*/ 106640 w 2303054"/>
                <a:gd name="csY168" fmla="*/ 1435616 h 2302875"/>
                <a:gd name="csX169" fmla="*/ 106640 w 2303054"/>
                <a:gd name="csY169" fmla="*/ 1435616 h 2302875"/>
                <a:gd name="csX170" fmla="*/ 114578 w 2303054"/>
                <a:gd name="csY170" fmla="*/ 1424832 h 2302875"/>
                <a:gd name="csX171" fmla="*/ 114578 w 2303054"/>
                <a:gd name="csY171" fmla="*/ 1424832 h 2302875"/>
                <a:gd name="csX172" fmla="*/ 123133 w 2303054"/>
                <a:gd name="csY172" fmla="*/ 1414347 h 2302875"/>
                <a:gd name="csX173" fmla="*/ 123133 w 2303054"/>
                <a:gd name="csY173" fmla="*/ 1414030 h 2302875"/>
                <a:gd name="csX174" fmla="*/ 132023 w 2303054"/>
                <a:gd name="csY174" fmla="*/ 1403880 h 2302875"/>
                <a:gd name="csX175" fmla="*/ 132023 w 2303054"/>
                <a:gd name="csY175" fmla="*/ 1403880 h 2302875"/>
                <a:gd name="csX176" fmla="*/ 140913 w 2303054"/>
                <a:gd name="csY176" fmla="*/ 1393397 h 2302875"/>
                <a:gd name="csX177" fmla="*/ 140913 w 2303054"/>
                <a:gd name="csY177" fmla="*/ 1393397 h 2302875"/>
                <a:gd name="csX178" fmla="*/ 150119 w 2303054"/>
                <a:gd name="csY178" fmla="*/ 1383555 h 2302875"/>
                <a:gd name="csX179" fmla="*/ 150119 w 2303054"/>
                <a:gd name="csY179" fmla="*/ 1383555 h 2302875"/>
                <a:gd name="csX180" fmla="*/ 159944 w 2303054"/>
                <a:gd name="csY180" fmla="*/ 1373714 h 2302875"/>
                <a:gd name="csX181" fmla="*/ 159944 w 2303054"/>
                <a:gd name="csY181" fmla="*/ 1373714 h 2302875"/>
                <a:gd name="csX182" fmla="*/ 160261 w 2303054"/>
                <a:gd name="csY182" fmla="*/ 1373414 h 2302875"/>
                <a:gd name="csX183" fmla="*/ 172314 w 2303054"/>
                <a:gd name="csY183" fmla="*/ 1361661 h 2302875"/>
                <a:gd name="csX184" fmla="*/ 175811 w 2303054"/>
                <a:gd name="csY184" fmla="*/ 1358180 h 2302875"/>
                <a:gd name="csX185" fmla="*/ 183415 w 2303054"/>
                <a:gd name="csY185" fmla="*/ 1351520 h 2302875"/>
                <a:gd name="csX186" fmla="*/ 652194 w 2303054"/>
                <a:gd name="csY186" fmla="*/ 1151292 h 2302875"/>
                <a:gd name="csX187" fmla="*/ 652194 w 2303054"/>
                <a:gd name="csY187" fmla="*/ 1151292 h 230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</a:cxnLst>
              <a:rect l="l" t="t" r="r" b="b"/>
              <a:pathLst>
                <a:path w="2303054" h="2302875">
                  <a:moveTo>
                    <a:pt x="652194" y="1151292"/>
                  </a:moveTo>
                  <a:cubicBezTo>
                    <a:pt x="746140" y="1112244"/>
                    <a:pt x="844518" y="1055434"/>
                    <a:pt x="947979" y="954510"/>
                  </a:cubicBezTo>
                  <a:cubicBezTo>
                    <a:pt x="1053995" y="847551"/>
                    <a:pt x="1112400" y="745993"/>
                    <a:pt x="1152382" y="649201"/>
                  </a:cubicBezTo>
                  <a:cubicBezTo>
                    <a:pt x="1215535" y="481317"/>
                    <a:pt x="1223474" y="326746"/>
                    <a:pt x="1351692" y="183302"/>
                  </a:cubicBezTo>
                  <a:cubicBezTo>
                    <a:pt x="1353904" y="180756"/>
                    <a:pt x="1356133" y="178210"/>
                    <a:pt x="1358354" y="175681"/>
                  </a:cubicBezTo>
                  <a:lnTo>
                    <a:pt x="1361534" y="172184"/>
                  </a:lnTo>
                  <a:cubicBezTo>
                    <a:pt x="1365657" y="168069"/>
                    <a:pt x="1369472" y="163928"/>
                    <a:pt x="1373587" y="159814"/>
                  </a:cubicBezTo>
                  <a:lnTo>
                    <a:pt x="1373904" y="159814"/>
                  </a:lnTo>
                  <a:lnTo>
                    <a:pt x="1373904" y="159814"/>
                  </a:lnTo>
                  <a:cubicBezTo>
                    <a:pt x="1377067" y="156650"/>
                    <a:pt x="1380247" y="153153"/>
                    <a:pt x="1383745" y="150290"/>
                  </a:cubicBezTo>
                  <a:lnTo>
                    <a:pt x="1383745" y="150290"/>
                  </a:lnTo>
                  <a:cubicBezTo>
                    <a:pt x="1386909" y="147126"/>
                    <a:pt x="1390389" y="143946"/>
                    <a:pt x="1393578" y="140766"/>
                  </a:cubicBezTo>
                  <a:lnTo>
                    <a:pt x="1393578" y="140766"/>
                  </a:lnTo>
                  <a:cubicBezTo>
                    <a:pt x="1397075" y="137602"/>
                    <a:pt x="1400556" y="134756"/>
                    <a:pt x="1404045" y="131893"/>
                  </a:cubicBezTo>
                  <a:lnTo>
                    <a:pt x="1404045" y="131893"/>
                  </a:lnTo>
                  <a:cubicBezTo>
                    <a:pt x="1407225" y="128713"/>
                    <a:pt x="1410723" y="125866"/>
                    <a:pt x="1414212" y="123003"/>
                  </a:cubicBezTo>
                  <a:lnTo>
                    <a:pt x="1414212" y="123003"/>
                  </a:lnTo>
                  <a:cubicBezTo>
                    <a:pt x="1417709" y="120157"/>
                    <a:pt x="1421516" y="117294"/>
                    <a:pt x="1424996" y="114748"/>
                  </a:cubicBezTo>
                  <a:lnTo>
                    <a:pt x="1424996" y="114748"/>
                  </a:lnTo>
                  <a:cubicBezTo>
                    <a:pt x="1428494" y="111902"/>
                    <a:pt x="1431991" y="109039"/>
                    <a:pt x="1435798" y="106493"/>
                  </a:cubicBezTo>
                  <a:lnTo>
                    <a:pt x="1435798" y="106493"/>
                  </a:lnTo>
                  <a:cubicBezTo>
                    <a:pt x="1439278" y="103646"/>
                    <a:pt x="1443101" y="101100"/>
                    <a:pt x="1446599" y="98572"/>
                  </a:cubicBezTo>
                  <a:lnTo>
                    <a:pt x="1446599" y="98572"/>
                  </a:lnTo>
                  <a:cubicBezTo>
                    <a:pt x="1450397" y="96026"/>
                    <a:pt x="1453903" y="93480"/>
                    <a:pt x="1457700" y="90934"/>
                  </a:cubicBezTo>
                  <a:lnTo>
                    <a:pt x="1457700" y="90934"/>
                  </a:lnTo>
                  <a:cubicBezTo>
                    <a:pt x="1461498" y="88722"/>
                    <a:pt x="1465321" y="86176"/>
                    <a:pt x="1468801" y="83630"/>
                  </a:cubicBezTo>
                  <a:lnTo>
                    <a:pt x="1468801" y="83630"/>
                  </a:lnTo>
                  <a:cubicBezTo>
                    <a:pt x="1472616" y="81418"/>
                    <a:pt x="1476439" y="79189"/>
                    <a:pt x="1480237" y="76660"/>
                  </a:cubicBezTo>
                  <a:lnTo>
                    <a:pt x="1480237" y="76660"/>
                  </a:lnTo>
                  <a:cubicBezTo>
                    <a:pt x="1484035" y="74431"/>
                    <a:pt x="1487858" y="72203"/>
                    <a:pt x="1491673" y="69983"/>
                  </a:cubicBezTo>
                  <a:lnTo>
                    <a:pt x="1491673" y="69983"/>
                  </a:lnTo>
                  <a:cubicBezTo>
                    <a:pt x="1499594" y="65859"/>
                    <a:pt x="1507215" y="61744"/>
                    <a:pt x="1515144" y="57612"/>
                  </a:cubicBezTo>
                  <a:lnTo>
                    <a:pt x="1515144" y="57612"/>
                  </a:lnTo>
                  <a:cubicBezTo>
                    <a:pt x="1672879" y="-21083"/>
                    <a:pt x="1862982" y="-20440"/>
                    <a:pt x="2021042" y="67454"/>
                  </a:cubicBezTo>
                  <a:lnTo>
                    <a:pt x="2021042" y="67454"/>
                  </a:lnTo>
                  <a:cubicBezTo>
                    <a:pt x="2033095" y="74114"/>
                    <a:pt x="2044831" y="81101"/>
                    <a:pt x="2056266" y="88713"/>
                  </a:cubicBezTo>
                  <a:lnTo>
                    <a:pt x="2056266" y="88713"/>
                  </a:lnTo>
                  <a:cubicBezTo>
                    <a:pt x="2060081" y="91259"/>
                    <a:pt x="2063888" y="93788"/>
                    <a:pt x="2067685" y="96317"/>
                  </a:cubicBezTo>
                  <a:lnTo>
                    <a:pt x="2067685" y="96317"/>
                  </a:lnTo>
                  <a:cubicBezTo>
                    <a:pt x="2071500" y="99198"/>
                    <a:pt x="2075306" y="101726"/>
                    <a:pt x="2078804" y="104590"/>
                  </a:cubicBezTo>
                  <a:lnTo>
                    <a:pt x="2078804" y="104590"/>
                  </a:lnTo>
                  <a:cubicBezTo>
                    <a:pt x="2086424" y="109982"/>
                    <a:pt x="2093720" y="115691"/>
                    <a:pt x="2101023" y="121735"/>
                  </a:cubicBezTo>
                  <a:lnTo>
                    <a:pt x="2101023" y="121735"/>
                  </a:lnTo>
                  <a:cubicBezTo>
                    <a:pt x="2104838" y="124581"/>
                    <a:pt x="2108327" y="127427"/>
                    <a:pt x="2111808" y="130607"/>
                  </a:cubicBezTo>
                  <a:lnTo>
                    <a:pt x="2111808" y="130607"/>
                  </a:lnTo>
                  <a:cubicBezTo>
                    <a:pt x="2119111" y="136634"/>
                    <a:pt x="2126089" y="142977"/>
                    <a:pt x="2133068" y="149647"/>
                  </a:cubicBezTo>
                  <a:lnTo>
                    <a:pt x="2133068" y="149647"/>
                  </a:lnTo>
                  <a:cubicBezTo>
                    <a:pt x="2136565" y="153144"/>
                    <a:pt x="2139728" y="156325"/>
                    <a:pt x="2143226" y="159805"/>
                  </a:cubicBezTo>
                  <a:lnTo>
                    <a:pt x="2143226" y="159805"/>
                  </a:lnTo>
                  <a:cubicBezTo>
                    <a:pt x="2146706" y="163285"/>
                    <a:pt x="2149887" y="166466"/>
                    <a:pt x="2153393" y="169964"/>
                  </a:cubicBezTo>
                  <a:lnTo>
                    <a:pt x="2153393" y="169964"/>
                  </a:lnTo>
                  <a:cubicBezTo>
                    <a:pt x="2160037" y="176933"/>
                    <a:pt x="2166406" y="183928"/>
                    <a:pt x="2172432" y="191223"/>
                  </a:cubicBezTo>
                  <a:lnTo>
                    <a:pt x="2172432" y="191223"/>
                  </a:lnTo>
                  <a:cubicBezTo>
                    <a:pt x="2175613" y="194704"/>
                    <a:pt x="2178459" y="198210"/>
                    <a:pt x="2181322" y="202007"/>
                  </a:cubicBezTo>
                  <a:lnTo>
                    <a:pt x="2181322" y="202007"/>
                  </a:lnTo>
                  <a:cubicBezTo>
                    <a:pt x="2187349" y="209311"/>
                    <a:pt x="2193058" y="216606"/>
                    <a:pt x="2198450" y="224227"/>
                  </a:cubicBezTo>
                  <a:lnTo>
                    <a:pt x="2198450" y="224227"/>
                  </a:lnTo>
                  <a:cubicBezTo>
                    <a:pt x="2201313" y="227725"/>
                    <a:pt x="2203859" y="231531"/>
                    <a:pt x="2206705" y="235329"/>
                  </a:cubicBezTo>
                  <a:lnTo>
                    <a:pt x="2206705" y="235329"/>
                  </a:lnTo>
                  <a:cubicBezTo>
                    <a:pt x="2209234" y="239143"/>
                    <a:pt x="2211797" y="242950"/>
                    <a:pt x="2214326" y="246764"/>
                  </a:cubicBezTo>
                  <a:lnTo>
                    <a:pt x="2214326" y="246764"/>
                  </a:lnTo>
                  <a:cubicBezTo>
                    <a:pt x="2221947" y="258183"/>
                    <a:pt x="2228925" y="269919"/>
                    <a:pt x="2235586" y="281989"/>
                  </a:cubicBezTo>
                  <a:lnTo>
                    <a:pt x="2235586" y="281989"/>
                  </a:lnTo>
                  <a:cubicBezTo>
                    <a:pt x="2323506" y="440032"/>
                    <a:pt x="2324140" y="630144"/>
                    <a:pt x="2245419" y="787886"/>
                  </a:cubicBezTo>
                  <a:lnTo>
                    <a:pt x="2245419" y="787886"/>
                  </a:lnTo>
                  <a:cubicBezTo>
                    <a:pt x="2241296" y="795825"/>
                    <a:pt x="2237180" y="803437"/>
                    <a:pt x="2232723" y="811058"/>
                  </a:cubicBezTo>
                  <a:lnTo>
                    <a:pt x="2232723" y="811058"/>
                  </a:lnTo>
                  <a:cubicBezTo>
                    <a:pt x="2230811" y="815173"/>
                    <a:pt x="2228608" y="818979"/>
                    <a:pt x="2226062" y="822794"/>
                  </a:cubicBezTo>
                  <a:lnTo>
                    <a:pt x="2226062" y="822794"/>
                  </a:lnTo>
                  <a:cubicBezTo>
                    <a:pt x="2223850" y="826591"/>
                    <a:pt x="2221630" y="830398"/>
                    <a:pt x="2219401" y="834212"/>
                  </a:cubicBezTo>
                  <a:lnTo>
                    <a:pt x="2219401" y="834212"/>
                  </a:lnTo>
                  <a:cubicBezTo>
                    <a:pt x="2216855" y="837710"/>
                    <a:pt x="2214326" y="841516"/>
                    <a:pt x="2212098" y="845331"/>
                  </a:cubicBezTo>
                  <a:lnTo>
                    <a:pt x="2212098" y="845331"/>
                  </a:lnTo>
                  <a:cubicBezTo>
                    <a:pt x="2209552" y="849129"/>
                    <a:pt x="2207022" y="852635"/>
                    <a:pt x="2204476" y="856450"/>
                  </a:cubicBezTo>
                  <a:lnTo>
                    <a:pt x="2204476" y="856450"/>
                  </a:lnTo>
                  <a:cubicBezTo>
                    <a:pt x="2201948" y="859929"/>
                    <a:pt x="2199084" y="863736"/>
                    <a:pt x="2196538" y="867234"/>
                  </a:cubicBezTo>
                  <a:lnTo>
                    <a:pt x="2196538" y="867234"/>
                  </a:lnTo>
                  <a:cubicBezTo>
                    <a:pt x="2194009" y="871031"/>
                    <a:pt x="2191146" y="874537"/>
                    <a:pt x="2188300" y="878018"/>
                  </a:cubicBezTo>
                  <a:lnTo>
                    <a:pt x="2188300" y="878018"/>
                  </a:lnTo>
                  <a:cubicBezTo>
                    <a:pt x="2185754" y="881515"/>
                    <a:pt x="2182891" y="884996"/>
                    <a:pt x="2180045" y="888802"/>
                  </a:cubicBezTo>
                  <a:lnTo>
                    <a:pt x="2180045" y="888802"/>
                  </a:lnTo>
                  <a:cubicBezTo>
                    <a:pt x="2177182" y="892317"/>
                    <a:pt x="2174318" y="895480"/>
                    <a:pt x="2171155" y="898960"/>
                  </a:cubicBezTo>
                  <a:lnTo>
                    <a:pt x="2171155" y="898960"/>
                  </a:lnTo>
                  <a:cubicBezTo>
                    <a:pt x="2168292" y="902458"/>
                    <a:pt x="2165129" y="905947"/>
                    <a:pt x="2162265" y="909444"/>
                  </a:cubicBezTo>
                  <a:lnTo>
                    <a:pt x="2162265" y="909444"/>
                  </a:lnTo>
                  <a:cubicBezTo>
                    <a:pt x="2159085" y="912608"/>
                    <a:pt x="2155922" y="916105"/>
                    <a:pt x="2152759" y="919269"/>
                  </a:cubicBezTo>
                  <a:lnTo>
                    <a:pt x="2152759" y="919269"/>
                  </a:lnTo>
                  <a:cubicBezTo>
                    <a:pt x="2149578" y="922766"/>
                    <a:pt x="2146398" y="925929"/>
                    <a:pt x="2143234" y="929110"/>
                  </a:cubicBezTo>
                  <a:lnTo>
                    <a:pt x="2143234" y="929110"/>
                  </a:lnTo>
                  <a:lnTo>
                    <a:pt x="2141323" y="931339"/>
                  </a:lnTo>
                  <a:cubicBezTo>
                    <a:pt x="2140054" y="932590"/>
                    <a:pt x="2138777" y="933867"/>
                    <a:pt x="2137191" y="935136"/>
                  </a:cubicBezTo>
                  <a:cubicBezTo>
                    <a:pt x="2135614" y="936731"/>
                    <a:pt x="2133710" y="938317"/>
                    <a:pt x="2132133" y="940228"/>
                  </a:cubicBezTo>
                  <a:lnTo>
                    <a:pt x="2132133" y="940228"/>
                  </a:lnTo>
                  <a:cubicBezTo>
                    <a:pt x="1985175" y="1079231"/>
                    <a:pt x="1826489" y="1085575"/>
                    <a:pt x="1653830" y="1150641"/>
                  </a:cubicBezTo>
                  <a:cubicBezTo>
                    <a:pt x="1557356" y="1190305"/>
                    <a:pt x="1456105" y="1248401"/>
                    <a:pt x="1349789" y="1353766"/>
                  </a:cubicBezTo>
                  <a:cubicBezTo>
                    <a:pt x="1247905" y="1457544"/>
                    <a:pt x="1191095" y="1556557"/>
                    <a:pt x="1151748" y="1650820"/>
                  </a:cubicBezTo>
                  <a:cubicBezTo>
                    <a:pt x="1087642" y="1819981"/>
                    <a:pt x="1080656" y="1975486"/>
                    <a:pt x="951485" y="2119582"/>
                  </a:cubicBezTo>
                  <a:cubicBezTo>
                    <a:pt x="949256" y="2122110"/>
                    <a:pt x="947045" y="2124674"/>
                    <a:pt x="944825" y="2127202"/>
                  </a:cubicBezTo>
                  <a:lnTo>
                    <a:pt x="941327" y="2130683"/>
                  </a:lnTo>
                  <a:cubicBezTo>
                    <a:pt x="937529" y="2134815"/>
                    <a:pt x="933723" y="2138938"/>
                    <a:pt x="929591" y="2142753"/>
                  </a:cubicBezTo>
                  <a:lnTo>
                    <a:pt x="929274" y="2143070"/>
                  </a:lnTo>
                  <a:lnTo>
                    <a:pt x="929274" y="2143070"/>
                  </a:lnTo>
                  <a:cubicBezTo>
                    <a:pt x="926094" y="2146234"/>
                    <a:pt x="922930" y="2149731"/>
                    <a:pt x="919450" y="2152894"/>
                  </a:cubicBezTo>
                  <a:lnTo>
                    <a:pt x="919450" y="2152894"/>
                  </a:lnTo>
                  <a:cubicBezTo>
                    <a:pt x="916270" y="2155757"/>
                    <a:pt x="912772" y="2158938"/>
                    <a:pt x="909609" y="2162101"/>
                  </a:cubicBezTo>
                  <a:lnTo>
                    <a:pt x="909609" y="2162101"/>
                  </a:lnTo>
                  <a:cubicBezTo>
                    <a:pt x="906111" y="2165282"/>
                    <a:pt x="902622" y="2168127"/>
                    <a:pt x="899142" y="2170974"/>
                  </a:cubicBezTo>
                  <a:lnTo>
                    <a:pt x="899142" y="2170974"/>
                  </a:lnTo>
                  <a:cubicBezTo>
                    <a:pt x="895644" y="2174154"/>
                    <a:pt x="892146" y="2177017"/>
                    <a:pt x="888658" y="2179863"/>
                  </a:cubicBezTo>
                  <a:lnTo>
                    <a:pt x="888658" y="2179863"/>
                  </a:lnTo>
                  <a:cubicBezTo>
                    <a:pt x="885177" y="2182726"/>
                    <a:pt x="881679" y="2185590"/>
                    <a:pt x="878173" y="2188119"/>
                  </a:cubicBezTo>
                  <a:lnTo>
                    <a:pt x="878173" y="2188119"/>
                  </a:lnTo>
                  <a:cubicBezTo>
                    <a:pt x="874693" y="2190982"/>
                    <a:pt x="871187" y="2193828"/>
                    <a:pt x="867389" y="2196391"/>
                  </a:cubicBezTo>
                  <a:lnTo>
                    <a:pt x="867389" y="2196391"/>
                  </a:lnTo>
                  <a:cubicBezTo>
                    <a:pt x="863909" y="2199237"/>
                    <a:pt x="860085" y="2201766"/>
                    <a:pt x="856588" y="2204312"/>
                  </a:cubicBezTo>
                  <a:lnTo>
                    <a:pt x="856588" y="2204312"/>
                  </a:lnTo>
                  <a:cubicBezTo>
                    <a:pt x="852790" y="2206858"/>
                    <a:pt x="849301" y="2209387"/>
                    <a:pt x="845486" y="2211933"/>
                  </a:cubicBezTo>
                  <a:lnTo>
                    <a:pt x="845486" y="2211933"/>
                  </a:lnTo>
                  <a:cubicBezTo>
                    <a:pt x="841672" y="2214162"/>
                    <a:pt x="837866" y="2216691"/>
                    <a:pt x="834051" y="2219237"/>
                  </a:cubicBezTo>
                  <a:lnTo>
                    <a:pt x="834051" y="2219237"/>
                  </a:lnTo>
                  <a:cubicBezTo>
                    <a:pt x="830570" y="2221466"/>
                    <a:pt x="826764" y="2223694"/>
                    <a:pt x="822950" y="2226215"/>
                  </a:cubicBezTo>
                  <a:lnTo>
                    <a:pt x="822950" y="2226215"/>
                  </a:lnTo>
                  <a:cubicBezTo>
                    <a:pt x="819135" y="2228444"/>
                    <a:pt x="815328" y="2230673"/>
                    <a:pt x="811196" y="2232876"/>
                  </a:cubicBezTo>
                  <a:lnTo>
                    <a:pt x="811196" y="2232876"/>
                  </a:lnTo>
                  <a:cubicBezTo>
                    <a:pt x="803592" y="2237008"/>
                    <a:pt x="795655" y="2241131"/>
                    <a:pt x="788042" y="2245246"/>
                  </a:cubicBezTo>
                  <a:lnTo>
                    <a:pt x="788042" y="2245246"/>
                  </a:lnTo>
                  <a:cubicBezTo>
                    <a:pt x="630308" y="2323959"/>
                    <a:pt x="440204" y="2323324"/>
                    <a:pt x="281827" y="2235422"/>
                  </a:cubicBezTo>
                  <a:lnTo>
                    <a:pt x="281827" y="2235422"/>
                  </a:lnTo>
                  <a:cubicBezTo>
                    <a:pt x="270092" y="2228744"/>
                    <a:pt x="258339" y="2221774"/>
                    <a:pt x="246920" y="2214153"/>
                  </a:cubicBezTo>
                  <a:lnTo>
                    <a:pt x="246920" y="2214153"/>
                  </a:lnTo>
                  <a:cubicBezTo>
                    <a:pt x="243106" y="2211607"/>
                    <a:pt x="239299" y="2209079"/>
                    <a:pt x="235502" y="2206533"/>
                  </a:cubicBezTo>
                  <a:lnTo>
                    <a:pt x="235502" y="2206533"/>
                  </a:lnTo>
                  <a:cubicBezTo>
                    <a:pt x="231687" y="2203669"/>
                    <a:pt x="227863" y="2201140"/>
                    <a:pt x="224066" y="2198277"/>
                  </a:cubicBezTo>
                  <a:lnTo>
                    <a:pt x="224066" y="2198277"/>
                  </a:lnTo>
                  <a:cubicBezTo>
                    <a:pt x="216762" y="2192868"/>
                    <a:pt x="209467" y="2187176"/>
                    <a:pt x="202163" y="2181449"/>
                  </a:cubicBezTo>
                  <a:lnTo>
                    <a:pt x="202163" y="2181132"/>
                  </a:lnTo>
                  <a:cubicBezTo>
                    <a:pt x="198365" y="2178286"/>
                    <a:pt x="194868" y="2175423"/>
                    <a:pt x="191379" y="2172259"/>
                  </a:cubicBezTo>
                  <a:lnTo>
                    <a:pt x="191379" y="2172259"/>
                  </a:lnTo>
                  <a:cubicBezTo>
                    <a:pt x="184058" y="2166216"/>
                    <a:pt x="177097" y="2159889"/>
                    <a:pt x="170102" y="2153203"/>
                  </a:cubicBezTo>
                  <a:lnTo>
                    <a:pt x="170102" y="2153203"/>
                  </a:lnTo>
                  <a:cubicBezTo>
                    <a:pt x="166621" y="2149722"/>
                    <a:pt x="163133" y="2146542"/>
                    <a:pt x="159952" y="2143053"/>
                  </a:cubicBezTo>
                  <a:lnTo>
                    <a:pt x="159952" y="2143053"/>
                  </a:lnTo>
                  <a:cubicBezTo>
                    <a:pt x="156472" y="2139873"/>
                    <a:pt x="152974" y="2136392"/>
                    <a:pt x="149802" y="2132895"/>
                  </a:cubicBezTo>
                  <a:lnTo>
                    <a:pt x="149802" y="2132895"/>
                  </a:lnTo>
                  <a:cubicBezTo>
                    <a:pt x="143142" y="2125908"/>
                    <a:pt x="136789" y="2118930"/>
                    <a:pt x="130746" y="2111626"/>
                  </a:cubicBezTo>
                  <a:lnTo>
                    <a:pt x="130746" y="2111626"/>
                  </a:lnTo>
                  <a:cubicBezTo>
                    <a:pt x="127582" y="2108146"/>
                    <a:pt x="124719" y="2104640"/>
                    <a:pt x="121539" y="2100842"/>
                  </a:cubicBezTo>
                  <a:lnTo>
                    <a:pt x="121539" y="2100842"/>
                  </a:lnTo>
                  <a:cubicBezTo>
                    <a:pt x="115847" y="2093538"/>
                    <a:pt x="110120" y="2086243"/>
                    <a:pt x="104728" y="2078622"/>
                  </a:cubicBezTo>
                  <a:lnTo>
                    <a:pt x="104728" y="2078622"/>
                  </a:lnTo>
                  <a:cubicBezTo>
                    <a:pt x="101882" y="2075124"/>
                    <a:pt x="99002" y="2071318"/>
                    <a:pt x="96473" y="2067521"/>
                  </a:cubicBezTo>
                  <a:lnTo>
                    <a:pt x="96473" y="2067521"/>
                  </a:lnTo>
                  <a:cubicBezTo>
                    <a:pt x="93944" y="2063706"/>
                    <a:pt x="91398" y="2059883"/>
                    <a:pt x="88852" y="2056085"/>
                  </a:cubicBezTo>
                  <a:lnTo>
                    <a:pt x="88852" y="2056085"/>
                  </a:lnTo>
                  <a:cubicBezTo>
                    <a:pt x="81231" y="2044666"/>
                    <a:pt x="74253" y="2032914"/>
                    <a:pt x="67592" y="2021178"/>
                  </a:cubicBezTo>
                  <a:lnTo>
                    <a:pt x="67592" y="2020861"/>
                  </a:lnTo>
                  <a:cubicBezTo>
                    <a:pt x="-20328" y="1862801"/>
                    <a:pt x="-21279" y="1672689"/>
                    <a:pt x="57751" y="1514963"/>
                  </a:cubicBezTo>
                  <a:lnTo>
                    <a:pt x="57751" y="1514963"/>
                  </a:lnTo>
                  <a:cubicBezTo>
                    <a:pt x="61883" y="1507025"/>
                    <a:pt x="66023" y="1499413"/>
                    <a:pt x="70138" y="1491791"/>
                  </a:cubicBezTo>
                  <a:lnTo>
                    <a:pt x="70138" y="1491791"/>
                  </a:lnTo>
                  <a:cubicBezTo>
                    <a:pt x="72350" y="1487668"/>
                    <a:pt x="74579" y="1483854"/>
                    <a:pt x="76799" y="1480039"/>
                  </a:cubicBezTo>
                  <a:lnTo>
                    <a:pt x="76799" y="1480039"/>
                  </a:lnTo>
                  <a:cubicBezTo>
                    <a:pt x="79345" y="1476241"/>
                    <a:pt x="81557" y="1472435"/>
                    <a:pt x="83785" y="1468620"/>
                  </a:cubicBezTo>
                  <a:lnTo>
                    <a:pt x="83785" y="1468620"/>
                  </a:lnTo>
                  <a:cubicBezTo>
                    <a:pt x="86314" y="1465139"/>
                    <a:pt x="88543" y="1461316"/>
                    <a:pt x="91081" y="1457519"/>
                  </a:cubicBezTo>
                  <a:lnTo>
                    <a:pt x="91081" y="1457519"/>
                  </a:lnTo>
                  <a:cubicBezTo>
                    <a:pt x="93609" y="1453704"/>
                    <a:pt x="96156" y="1450215"/>
                    <a:pt x="98702" y="1446400"/>
                  </a:cubicBezTo>
                  <a:lnTo>
                    <a:pt x="98702" y="1446400"/>
                  </a:lnTo>
                  <a:cubicBezTo>
                    <a:pt x="101230" y="1442920"/>
                    <a:pt x="103776" y="1439114"/>
                    <a:pt x="106640" y="1435616"/>
                  </a:cubicBezTo>
                  <a:lnTo>
                    <a:pt x="106640" y="1435616"/>
                  </a:lnTo>
                  <a:cubicBezTo>
                    <a:pt x="109169" y="1431801"/>
                    <a:pt x="112032" y="1428312"/>
                    <a:pt x="114578" y="1424832"/>
                  </a:cubicBezTo>
                  <a:lnTo>
                    <a:pt x="114578" y="1424832"/>
                  </a:lnTo>
                  <a:cubicBezTo>
                    <a:pt x="117424" y="1421334"/>
                    <a:pt x="120287" y="1417845"/>
                    <a:pt x="123133" y="1414347"/>
                  </a:cubicBezTo>
                  <a:lnTo>
                    <a:pt x="123133" y="1414030"/>
                  </a:lnTo>
                  <a:cubicBezTo>
                    <a:pt x="125997" y="1410533"/>
                    <a:pt x="128843" y="1407370"/>
                    <a:pt x="132023" y="1403880"/>
                  </a:cubicBezTo>
                  <a:lnTo>
                    <a:pt x="132023" y="1403880"/>
                  </a:lnTo>
                  <a:cubicBezTo>
                    <a:pt x="134869" y="1400383"/>
                    <a:pt x="137749" y="1396885"/>
                    <a:pt x="140913" y="1393397"/>
                  </a:cubicBezTo>
                  <a:lnTo>
                    <a:pt x="140913" y="1393397"/>
                  </a:lnTo>
                  <a:cubicBezTo>
                    <a:pt x="144076" y="1390216"/>
                    <a:pt x="146939" y="1386735"/>
                    <a:pt x="150119" y="1383555"/>
                  </a:cubicBezTo>
                  <a:lnTo>
                    <a:pt x="150119" y="1383555"/>
                  </a:lnTo>
                  <a:cubicBezTo>
                    <a:pt x="153283" y="1380075"/>
                    <a:pt x="156463" y="1376895"/>
                    <a:pt x="159944" y="1373714"/>
                  </a:cubicBezTo>
                  <a:lnTo>
                    <a:pt x="159944" y="1373714"/>
                  </a:lnTo>
                  <a:lnTo>
                    <a:pt x="160261" y="1373414"/>
                  </a:lnTo>
                  <a:cubicBezTo>
                    <a:pt x="164075" y="1369282"/>
                    <a:pt x="168199" y="1365476"/>
                    <a:pt x="172314" y="1361661"/>
                  </a:cubicBezTo>
                  <a:cubicBezTo>
                    <a:pt x="173600" y="1360392"/>
                    <a:pt x="174860" y="1359449"/>
                    <a:pt x="175811" y="1358180"/>
                  </a:cubicBezTo>
                  <a:cubicBezTo>
                    <a:pt x="178357" y="1355952"/>
                    <a:pt x="180886" y="1353740"/>
                    <a:pt x="183415" y="1351520"/>
                  </a:cubicBezTo>
                  <a:cubicBezTo>
                    <a:pt x="327519" y="1222367"/>
                    <a:pt x="483032" y="1215397"/>
                    <a:pt x="652194" y="1151292"/>
                  </a:cubicBezTo>
                  <a:lnTo>
                    <a:pt x="652194" y="1151292"/>
                  </a:lnTo>
                  <a:close/>
                </a:path>
              </a:pathLst>
            </a:custGeom>
            <a:solidFill>
              <a:srgbClr val="2562E8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C57C4F-1DB5-C2FC-7707-CFF78850BCDA}"/>
                </a:ext>
              </a:extLst>
            </p:cNvPr>
            <p:cNvSpPr/>
            <p:nvPr/>
          </p:nvSpPr>
          <p:spPr>
            <a:xfrm>
              <a:off x="13738711" y="5269177"/>
              <a:ext cx="943232" cy="943549"/>
            </a:xfrm>
            <a:custGeom>
              <a:avLst/>
              <a:gdLst>
                <a:gd name="csX0" fmla="*/ 471608 w 943232"/>
                <a:gd name="csY0" fmla="*/ 943550 h 943549"/>
                <a:gd name="csX1" fmla="*/ 943232 w 943232"/>
                <a:gd name="csY1" fmla="*/ 471942 h 943549"/>
                <a:gd name="csX2" fmla="*/ 471608 w 943232"/>
                <a:gd name="csY2" fmla="*/ 0 h 943549"/>
                <a:gd name="csX3" fmla="*/ 0 w 943232"/>
                <a:gd name="csY3" fmla="*/ 471942 h 943549"/>
                <a:gd name="csX4" fmla="*/ 471608 w 943232"/>
                <a:gd name="csY4" fmla="*/ 943550 h 943549"/>
                <a:gd name="csX5" fmla="*/ 471608 w 943232"/>
                <a:gd name="csY5" fmla="*/ 943550 h 943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232" h="943549">
                  <a:moveTo>
                    <a:pt x="471608" y="943550"/>
                  </a:moveTo>
                  <a:cubicBezTo>
                    <a:pt x="731543" y="943550"/>
                    <a:pt x="943232" y="731560"/>
                    <a:pt x="943232" y="471942"/>
                  </a:cubicBezTo>
                  <a:cubicBezTo>
                    <a:pt x="943232" y="212007"/>
                    <a:pt x="731551" y="0"/>
                    <a:pt x="471608" y="0"/>
                  </a:cubicBezTo>
                  <a:cubicBezTo>
                    <a:pt x="211689" y="0"/>
                    <a:pt x="0" y="212007"/>
                    <a:pt x="0" y="471942"/>
                  </a:cubicBezTo>
                  <a:cubicBezTo>
                    <a:pt x="9" y="731560"/>
                    <a:pt x="211689" y="943550"/>
                    <a:pt x="471608" y="943550"/>
                  </a:cubicBezTo>
                  <a:lnTo>
                    <a:pt x="471608" y="943550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5827E6-59C8-7D51-2068-C419C178577C}"/>
                </a:ext>
              </a:extLst>
            </p:cNvPr>
            <p:cNvSpPr/>
            <p:nvPr/>
          </p:nvSpPr>
          <p:spPr>
            <a:xfrm>
              <a:off x="14955533" y="4056496"/>
              <a:ext cx="943463" cy="943465"/>
            </a:xfrm>
            <a:custGeom>
              <a:avLst/>
              <a:gdLst>
                <a:gd name="csX0" fmla="*/ 805174 w 943463"/>
                <a:gd name="csY0" fmla="*/ 138058 h 943465"/>
                <a:gd name="csX1" fmla="*/ 138045 w 943463"/>
                <a:gd name="csY1" fmla="*/ 138058 h 943465"/>
                <a:gd name="csX2" fmla="*/ 138045 w 943463"/>
                <a:gd name="csY2" fmla="*/ 805170 h 943465"/>
                <a:gd name="csX3" fmla="*/ 805174 w 943463"/>
                <a:gd name="csY3" fmla="*/ 805170 h 943465"/>
                <a:gd name="csX4" fmla="*/ 805174 w 943463"/>
                <a:gd name="csY4" fmla="*/ 138058 h 943465"/>
                <a:gd name="csX5" fmla="*/ 805174 w 943463"/>
                <a:gd name="csY5" fmla="*/ 138058 h 943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463" h="943465">
                  <a:moveTo>
                    <a:pt x="805174" y="138058"/>
                  </a:moveTo>
                  <a:cubicBezTo>
                    <a:pt x="621097" y="-46019"/>
                    <a:pt x="322448" y="-46019"/>
                    <a:pt x="138045" y="138058"/>
                  </a:cubicBezTo>
                  <a:cubicBezTo>
                    <a:pt x="-46015" y="322452"/>
                    <a:pt x="-46015" y="621101"/>
                    <a:pt x="138045" y="805170"/>
                  </a:cubicBezTo>
                  <a:cubicBezTo>
                    <a:pt x="322457" y="989565"/>
                    <a:pt x="621105" y="989565"/>
                    <a:pt x="805174" y="805170"/>
                  </a:cubicBezTo>
                  <a:cubicBezTo>
                    <a:pt x="989560" y="621092"/>
                    <a:pt x="989560" y="322452"/>
                    <a:pt x="805174" y="138058"/>
                  </a:cubicBezTo>
                  <a:lnTo>
                    <a:pt x="805174" y="138058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497A56-9769-9770-547B-DC61F7756F60}"/>
                </a:ext>
              </a:extLst>
            </p:cNvPr>
            <p:cNvSpPr/>
            <p:nvPr/>
          </p:nvSpPr>
          <p:spPr>
            <a:xfrm>
              <a:off x="13667630" y="1054760"/>
              <a:ext cx="2303054" cy="2302883"/>
            </a:xfrm>
            <a:custGeom>
              <a:avLst/>
              <a:gdLst>
                <a:gd name="csX0" fmla="*/ 652194 w 2303054"/>
                <a:gd name="csY0" fmla="*/ 1151754 h 2302883"/>
                <a:gd name="csX1" fmla="*/ 947979 w 2303054"/>
                <a:gd name="csY1" fmla="*/ 1348527 h 2302883"/>
                <a:gd name="csX2" fmla="*/ 1152382 w 2303054"/>
                <a:gd name="csY2" fmla="*/ 1653837 h 2302883"/>
                <a:gd name="csX3" fmla="*/ 1351692 w 2303054"/>
                <a:gd name="csY3" fmla="*/ 2119744 h 2302883"/>
                <a:gd name="csX4" fmla="*/ 1358354 w 2303054"/>
                <a:gd name="csY4" fmla="*/ 2127056 h 2302883"/>
                <a:gd name="csX5" fmla="*/ 1361534 w 2303054"/>
                <a:gd name="csY5" fmla="*/ 2130537 h 2302883"/>
                <a:gd name="csX6" fmla="*/ 1373587 w 2303054"/>
                <a:gd name="csY6" fmla="*/ 2142915 h 2302883"/>
                <a:gd name="csX7" fmla="*/ 1373904 w 2303054"/>
                <a:gd name="csY7" fmla="*/ 2143224 h 2302883"/>
                <a:gd name="csX8" fmla="*/ 1373904 w 2303054"/>
                <a:gd name="csY8" fmla="*/ 2143224 h 2302883"/>
                <a:gd name="csX9" fmla="*/ 1383745 w 2303054"/>
                <a:gd name="csY9" fmla="*/ 2152748 h 2302883"/>
                <a:gd name="csX10" fmla="*/ 1383745 w 2303054"/>
                <a:gd name="csY10" fmla="*/ 2152748 h 2302883"/>
                <a:gd name="csX11" fmla="*/ 1393578 w 2303054"/>
                <a:gd name="csY11" fmla="*/ 2162272 h 2302883"/>
                <a:gd name="csX12" fmla="*/ 1393578 w 2303054"/>
                <a:gd name="csY12" fmla="*/ 2162272 h 2302883"/>
                <a:gd name="csX13" fmla="*/ 1404045 w 2303054"/>
                <a:gd name="csY13" fmla="*/ 2171153 h 2302883"/>
                <a:gd name="csX14" fmla="*/ 1404045 w 2303054"/>
                <a:gd name="csY14" fmla="*/ 2171153 h 2302883"/>
                <a:gd name="csX15" fmla="*/ 1414212 w 2303054"/>
                <a:gd name="csY15" fmla="*/ 2180043 h 2302883"/>
                <a:gd name="csX16" fmla="*/ 1414212 w 2303054"/>
                <a:gd name="csY16" fmla="*/ 2180043 h 2302883"/>
                <a:gd name="csX17" fmla="*/ 1424996 w 2303054"/>
                <a:gd name="csY17" fmla="*/ 2188289 h 2302883"/>
                <a:gd name="csX18" fmla="*/ 1424996 w 2303054"/>
                <a:gd name="csY18" fmla="*/ 2188289 h 2302883"/>
                <a:gd name="csX19" fmla="*/ 1435798 w 2303054"/>
                <a:gd name="csY19" fmla="*/ 2196545 h 2302883"/>
                <a:gd name="csX20" fmla="*/ 1435798 w 2303054"/>
                <a:gd name="csY20" fmla="*/ 2196545 h 2302883"/>
                <a:gd name="csX21" fmla="*/ 1446599 w 2303054"/>
                <a:gd name="csY21" fmla="*/ 2204483 h 2302883"/>
                <a:gd name="csX22" fmla="*/ 1446599 w 2303054"/>
                <a:gd name="csY22" fmla="*/ 2204483 h 2302883"/>
                <a:gd name="csX23" fmla="*/ 1457700 w 2303054"/>
                <a:gd name="csY23" fmla="*/ 2211787 h 2302883"/>
                <a:gd name="csX24" fmla="*/ 1457700 w 2303054"/>
                <a:gd name="csY24" fmla="*/ 2211787 h 2302883"/>
                <a:gd name="csX25" fmla="*/ 1468801 w 2303054"/>
                <a:gd name="csY25" fmla="*/ 2219082 h 2302883"/>
                <a:gd name="csX26" fmla="*/ 1468801 w 2303054"/>
                <a:gd name="csY26" fmla="*/ 2219082 h 2302883"/>
                <a:gd name="csX27" fmla="*/ 1480237 w 2303054"/>
                <a:gd name="csY27" fmla="*/ 2226060 h 2302883"/>
                <a:gd name="csX28" fmla="*/ 1480237 w 2303054"/>
                <a:gd name="csY28" fmla="*/ 2226060 h 2302883"/>
                <a:gd name="csX29" fmla="*/ 1491673 w 2303054"/>
                <a:gd name="csY29" fmla="*/ 2232729 h 2302883"/>
                <a:gd name="csX30" fmla="*/ 1491673 w 2303054"/>
                <a:gd name="csY30" fmla="*/ 2232729 h 2302883"/>
                <a:gd name="csX31" fmla="*/ 1515144 w 2303054"/>
                <a:gd name="csY31" fmla="*/ 2245099 h 2302883"/>
                <a:gd name="csX32" fmla="*/ 1515144 w 2303054"/>
                <a:gd name="csY32" fmla="*/ 2245099 h 2302883"/>
                <a:gd name="csX33" fmla="*/ 2021042 w 2303054"/>
                <a:gd name="csY33" fmla="*/ 2235584 h 2302883"/>
                <a:gd name="csX34" fmla="*/ 2021042 w 2303054"/>
                <a:gd name="csY34" fmla="*/ 2235584 h 2302883"/>
                <a:gd name="csX35" fmla="*/ 2056266 w 2303054"/>
                <a:gd name="csY35" fmla="*/ 2214324 h 2302883"/>
                <a:gd name="csX36" fmla="*/ 2056266 w 2303054"/>
                <a:gd name="csY36" fmla="*/ 2214324 h 2302883"/>
                <a:gd name="csX37" fmla="*/ 2067685 w 2303054"/>
                <a:gd name="csY37" fmla="*/ 2206386 h 2302883"/>
                <a:gd name="csX38" fmla="*/ 2067685 w 2303054"/>
                <a:gd name="csY38" fmla="*/ 2206386 h 2302883"/>
                <a:gd name="csX39" fmla="*/ 2078804 w 2303054"/>
                <a:gd name="csY39" fmla="*/ 2198456 h 2302883"/>
                <a:gd name="csX40" fmla="*/ 2078804 w 2303054"/>
                <a:gd name="csY40" fmla="*/ 2198456 h 2302883"/>
                <a:gd name="csX41" fmla="*/ 2101023 w 2303054"/>
                <a:gd name="csY41" fmla="*/ 2181311 h 2302883"/>
                <a:gd name="csX42" fmla="*/ 2101023 w 2303054"/>
                <a:gd name="csY42" fmla="*/ 2181311 h 2302883"/>
                <a:gd name="csX43" fmla="*/ 2111808 w 2303054"/>
                <a:gd name="csY43" fmla="*/ 2172422 h 2302883"/>
                <a:gd name="csX44" fmla="*/ 2111808 w 2303054"/>
                <a:gd name="csY44" fmla="*/ 2172422 h 2302883"/>
                <a:gd name="csX45" fmla="*/ 2133068 w 2303054"/>
                <a:gd name="csY45" fmla="*/ 2153382 h 2302883"/>
                <a:gd name="csX46" fmla="*/ 2133068 w 2303054"/>
                <a:gd name="csY46" fmla="*/ 2153382 h 2302883"/>
                <a:gd name="csX47" fmla="*/ 2143226 w 2303054"/>
                <a:gd name="csY47" fmla="*/ 2143215 h 2302883"/>
                <a:gd name="csX48" fmla="*/ 2143226 w 2303054"/>
                <a:gd name="csY48" fmla="*/ 2143215 h 2302883"/>
                <a:gd name="csX49" fmla="*/ 2153393 w 2303054"/>
                <a:gd name="csY49" fmla="*/ 2132748 h 2302883"/>
                <a:gd name="csX50" fmla="*/ 2153393 w 2303054"/>
                <a:gd name="csY50" fmla="*/ 2132748 h 2302883"/>
                <a:gd name="csX51" fmla="*/ 2172432 w 2303054"/>
                <a:gd name="csY51" fmla="*/ 2111806 h 2302883"/>
                <a:gd name="csX52" fmla="*/ 2172432 w 2303054"/>
                <a:gd name="csY52" fmla="*/ 2111806 h 2302883"/>
                <a:gd name="csX53" fmla="*/ 2181322 w 2303054"/>
                <a:gd name="csY53" fmla="*/ 2101004 h 2302883"/>
                <a:gd name="csX54" fmla="*/ 2181322 w 2303054"/>
                <a:gd name="csY54" fmla="*/ 2101004 h 2302883"/>
                <a:gd name="csX55" fmla="*/ 2198450 w 2303054"/>
                <a:gd name="csY55" fmla="*/ 2078793 h 2302883"/>
                <a:gd name="csX56" fmla="*/ 2198450 w 2303054"/>
                <a:gd name="csY56" fmla="*/ 2078793 h 2302883"/>
                <a:gd name="csX57" fmla="*/ 2206705 w 2303054"/>
                <a:gd name="csY57" fmla="*/ 2067683 h 2302883"/>
                <a:gd name="csX58" fmla="*/ 2206705 w 2303054"/>
                <a:gd name="csY58" fmla="*/ 2067683 h 2302883"/>
                <a:gd name="csX59" fmla="*/ 2214326 w 2303054"/>
                <a:gd name="csY59" fmla="*/ 2056256 h 2302883"/>
                <a:gd name="csX60" fmla="*/ 2214326 w 2303054"/>
                <a:gd name="csY60" fmla="*/ 2056256 h 2302883"/>
                <a:gd name="csX61" fmla="*/ 2235586 w 2303054"/>
                <a:gd name="csY61" fmla="*/ 2021031 h 2302883"/>
                <a:gd name="csX62" fmla="*/ 2235586 w 2303054"/>
                <a:gd name="csY62" fmla="*/ 2021031 h 2302883"/>
                <a:gd name="csX63" fmla="*/ 2245419 w 2303054"/>
                <a:gd name="csY63" fmla="*/ 1515134 h 2302883"/>
                <a:gd name="csX64" fmla="*/ 2245419 w 2303054"/>
                <a:gd name="csY64" fmla="*/ 1515134 h 2302883"/>
                <a:gd name="csX65" fmla="*/ 2232723 w 2303054"/>
                <a:gd name="csY65" fmla="*/ 1491645 h 2302883"/>
                <a:gd name="csX66" fmla="*/ 2232723 w 2303054"/>
                <a:gd name="csY66" fmla="*/ 1491645 h 2302883"/>
                <a:gd name="csX67" fmla="*/ 2226062 w 2303054"/>
                <a:gd name="csY67" fmla="*/ 1480218 h 2302883"/>
                <a:gd name="csX68" fmla="*/ 2226062 w 2303054"/>
                <a:gd name="csY68" fmla="*/ 1480218 h 2302883"/>
                <a:gd name="csX69" fmla="*/ 2219401 w 2303054"/>
                <a:gd name="csY69" fmla="*/ 1468800 h 2302883"/>
                <a:gd name="csX70" fmla="*/ 2219401 w 2303054"/>
                <a:gd name="csY70" fmla="*/ 1468800 h 2302883"/>
                <a:gd name="csX71" fmla="*/ 2212098 w 2303054"/>
                <a:gd name="csY71" fmla="*/ 1457689 h 2302883"/>
                <a:gd name="csX72" fmla="*/ 2212098 w 2303054"/>
                <a:gd name="csY72" fmla="*/ 1457689 h 2302883"/>
                <a:gd name="csX73" fmla="*/ 2204476 w 2303054"/>
                <a:gd name="csY73" fmla="*/ 1446579 h 2302883"/>
                <a:gd name="csX74" fmla="*/ 2204476 w 2303054"/>
                <a:gd name="csY74" fmla="*/ 1446579 h 2302883"/>
                <a:gd name="csX75" fmla="*/ 2196538 w 2303054"/>
                <a:gd name="csY75" fmla="*/ 1435470 h 2302883"/>
                <a:gd name="csX76" fmla="*/ 2196538 w 2303054"/>
                <a:gd name="csY76" fmla="*/ 1435470 h 2302883"/>
                <a:gd name="csX77" fmla="*/ 2188300 w 2303054"/>
                <a:gd name="csY77" fmla="*/ 1424994 h 2302883"/>
                <a:gd name="csX78" fmla="*/ 2188300 w 2303054"/>
                <a:gd name="csY78" fmla="*/ 1424994 h 2302883"/>
                <a:gd name="csX79" fmla="*/ 2180045 w 2303054"/>
                <a:gd name="csY79" fmla="*/ 1414201 h 2302883"/>
                <a:gd name="csX80" fmla="*/ 2180045 w 2303054"/>
                <a:gd name="csY80" fmla="*/ 1414201 h 2302883"/>
                <a:gd name="csX81" fmla="*/ 2171155 w 2303054"/>
                <a:gd name="csY81" fmla="*/ 1403726 h 2302883"/>
                <a:gd name="csX82" fmla="*/ 2171155 w 2303054"/>
                <a:gd name="csY82" fmla="*/ 1403726 h 2302883"/>
                <a:gd name="csX83" fmla="*/ 2162265 w 2303054"/>
                <a:gd name="csY83" fmla="*/ 1393567 h 2302883"/>
                <a:gd name="csX84" fmla="*/ 2162265 w 2303054"/>
                <a:gd name="csY84" fmla="*/ 1393567 h 2302883"/>
                <a:gd name="csX85" fmla="*/ 2152759 w 2303054"/>
                <a:gd name="csY85" fmla="*/ 1383409 h 2302883"/>
                <a:gd name="csX86" fmla="*/ 2152759 w 2303054"/>
                <a:gd name="csY86" fmla="*/ 1383409 h 2302883"/>
                <a:gd name="csX87" fmla="*/ 2143234 w 2303054"/>
                <a:gd name="csY87" fmla="*/ 1373568 h 2302883"/>
                <a:gd name="csX88" fmla="*/ 2143234 w 2303054"/>
                <a:gd name="csY88" fmla="*/ 1373568 h 2302883"/>
                <a:gd name="csX89" fmla="*/ 2141323 w 2303054"/>
                <a:gd name="csY89" fmla="*/ 1371664 h 2302883"/>
                <a:gd name="csX90" fmla="*/ 2137191 w 2303054"/>
                <a:gd name="csY90" fmla="*/ 1367867 h 2302883"/>
                <a:gd name="csX91" fmla="*/ 2132133 w 2303054"/>
                <a:gd name="csY91" fmla="*/ 1362783 h 2302883"/>
                <a:gd name="csX92" fmla="*/ 2132133 w 2303054"/>
                <a:gd name="csY92" fmla="*/ 1362783 h 2302883"/>
                <a:gd name="csX93" fmla="*/ 1653830 w 2303054"/>
                <a:gd name="csY93" fmla="*/ 1152363 h 2302883"/>
                <a:gd name="csX94" fmla="*/ 1349789 w 2303054"/>
                <a:gd name="csY94" fmla="*/ 949246 h 2302883"/>
                <a:gd name="csX95" fmla="*/ 1151748 w 2303054"/>
                <a:gd name="csY95" fmla="*/ 651866 h 2302883"/>
                <a:gd name="csX96" fmla="*/ 951485 w 2303054"/>
                <a:gd name="csY96" fmla="*/ 183104 h 2302883"/>
                <a:gd name="csX97" fmla="*/ 944825 w 2303054"/>
                <a:gd name="csY97" fmla="*/ 175792 h 2302883"/>
                <a:gd name="csX98" fmla="*/ 941327 w 2303054"/>
                <a:gd name="csY98" fmla="*/ 172312 h 2302883"/>
                <a:gd name="csX99" fmla="*/ 929591 w 2303054"/>
                <a:gd name="csY99" fmla="*/ 159933 h 2302883"/>
                <a:gd name="csX100" fmla="*/ 929274 w 2303054"/>
                <a:gd name="csY100" fmla="*/ 159624 h 2302883"/>
                <a:gd name="csX101" fmla="*/ 929274 w 2303054"/>
                <a:gd name="csY101" fmla="*/ 159624 h 2302883"/>
                <a:gd name="csX102" fmla="*/ 919450 w 2303054"/>
                <a:gd name="csY102" fmla="*/ 150100 h 2302883"/>
                <a:gd name="csX103" fmla="*/ 919450 w 2303054"/>
                <a:gd name="csY103" fmla="*/ 150100 h 2302883"/>
                <a:gd name="csX104" fmla="*/ 909609 w 2303054"/>
                <a:gd name="csY104" fmla="*/ 140902 h 2302883"/>
                <a:gd name="csX105" fmla="*/ 909609 w 2303054"/>
                <a:gd name="csY105" fmla="*/ 140902 h 2302883"/>
                <a:gd name="csX106" fmla="*/ 899142 w 2303054"/>
                <a:gd name="csY106" fmla="*/ 131695 h 2302883"/>
                <a:gd name="csX107" fmla="*/ 899142 w 2303054"/>
                <a:gd name="csY107" fmla="*/ 131695 h 2302883"/>
                <a:gd name="csX108" fmla="*/ 888658 w 2303054"/>
                <a:gd name="csY108" fmla="*/ 123131 h 2302883"/>
                <a:gd name="csX109" fmla="*/ 888658 w 2303054"/>
                <a:gd name="csY109" fmla="*/ 123131 h 2302883"/>
                <a:gd name="csX110" fmla="*/ 878173 w 2303054"/>
                <a:gd name="csY110" fmla="*/ 114559 h 2302883"/>
                <a:gd name="csX111" fmla="*/ 878173 w 2303054"/>
                <a:gd name="csY111" fmla="*/ 114559 h 2302883"/>
                <a:gd name="csX112" fmla="*/ 867389 w 2303054"/>
                <a:gd name="csY112" fmla="*/ 106621 h 2302883"/>
                <a:gd name="csX113" fmla="*/ 867389 w 2303054"/>
                <a:gd name="csY113" fmla="*/ 106621 h 2302883"/>
                <a:gd name="csX114" fmla="*/ 856588 w 2303054"/>
                <a:gd name="csY114" fmla="*/ 98682 h 2302883"/>
                <a:gd name="csX115" fmla="*/ 856588 w 2303054"/>
                <a:gd name="csY115" fmla="*/ 98682 h 2302883"/>
                <a:gd name="csX116" fmla="*/ 845486 w 2303054"/>
                <a:gd name="csY116" fmla="*/ 91061 h 2302883"/>
                <a:gd name="csX117" fmla="*/ 845486 w 2303054"/>
                <a:gd name="csY117" fmla="*/ 91061 h 2302883"/>
                <a:gd name="csX118" fmla="*/ 834051 w 2303054"/>
                <a:gd name="csY118" fmla="*/ 83766 h 2302883"/>
                <a:gd name="csX119" fmla="*/ 834051 w 2303054"/>
                <a:gd name="csY119" fmla="*/ 83766 h 2302883"/>
                <a:gd name="csX120" fmla="*/ 822950 w 2303054"/>
                <a:gd name="csY120" fmla="*/ 76788 h 2302883"/>
                <a:gd name="csX121" fmla="*/ 822950 w 2303054"/>
                <a:gd name="csY121" fmla="*/ 76788 h 2302883"/>
                <a:gd name="csX122" fmla="*/ 811196 w 2303054"/>
                <a:gd name="csY122" fmla="*/ 70127 h 2302883"/>
                <a:gd name="csX123" fmla="*/ 811196 w 2303054"/>
                <a:gd name="csY123" fmla="*/ 70127 h 2302883"/>
                <a:gd name="csX124" fmla="*/ 788042 w 2303054"/>
                <a:gd name="csY124" fmla="*/ 57749 h 2302883"/>
                <a:gd name="csX125" fmla="*/ 788042 w 2303054"/>
                <a:gd name="csY125" fmla="*/ 57749 h 2302883"/>
                <a:gd name="csX126" fmla="*/ 281827 w 2303054"/>
                <a:gd name="csY126" fmla="*/ 67581 h 2302883"/>
                <a:gd name="csX127" fmla="*/ 281827 w 2303054"/>
                <a:gd name="csY127" fmla="*/ 67581 h 2302883"/>
                <a:gd name="csX128" fmla="*/ 246920 w 2303054"/>
                <a:gd name="csY128" fmla="*/ 88841 h 2302883"/>
                <a:gd name="csX129" fmla="*/ 246920 w 2303054"/>
                <a:gd name="csY129" fmla="*/ 88841 h 2302883"/>
                <a:gd name="csX130" fmla="*/ 235502 w 2303054"/>
                <a:gd name="csY130" fmla="*/ 96462 h 2302883"/>
                <a:gd name="csX131" fmla="*/ 235502 w 2303054"/>
                <a:gd name="csY131" fmla="*/ 96462 h 2302883"/>
                <a:gd name="csX132" fmla="*/ 224066 w 2303054"/>
                <a:gd name="csY132" fmla="*/ 104400 h 2302883"/>
                <a:gd name="csX133" fmla="*/ 224066 w 2303054"/>
                <a:gd name="csY133" fmla="*/ 104400 h 2302883"/>
                <a:gd name="csX134" fmla="*/ 202163 w 2303054"/>
                <a:gd name="csY134" fmla="*/ 121537 h 2302883"/>
                <a:gd name="csX135" fmla="*/ 202163 w 2303054"/>
                <a:gd name="csY135" fmla="*/ 121537 h 2302883"/>
                <a:gd name="csX136" fmla="*/ 191379 w 2303054"/>
                <a:gd name="csY136" fmla="*/ 130744 h 2302883"/>
                <a:gd name="csX137" fmla="*/ 191379 w 2303054"/>
                <a:gd name="csY137" fmla="*/ 130744 h 2302883"/>
                <a:gd name="csX138" fmla="*/ 170102 w 2303054"/>
                <a:gd name="csY138" fmla="*/ 149783 h 2302883"/>
                <a:gd name="csX139" fmla="*/ 170102 w 2303054"/>
                <a:gd name="csY139" fmla="*/ 149783 h 2302883"/>
                <a:gd name="csX140" fmla="*/ 159952 w 2303054"/>
                <a:gd name="csY140" fmla="*/ 159633 h 2302883"/>
                <a:gd name="csX141" fmla="*/ 159952 w 2303054"/>
                <a:gd name="csY141" fmla="*/ 159633 h 2302883"/>
                <a:gd name="csX142" fmla="*/ 149802 w 2303054"/>
                <a:gd name="csY142" fmla="*/ 170108 h 2302883"/>
                <a:gd name="csX143" fmla="*/ 149802 w 2303054"/>
                <a:gd name="csY143" fmla="*/ 170108 h 2302883"/>
                <a:gd name="csX144" fmla="*/ 130746 w 2303054"/>
                <a:gd name="csY144" fmla="*/ 191043 h 2302883"/>
                <a:gd name="csX145" fmla="*/ 130746 w 2303054"/>
                <a:gd name="csY145" fmla="*/ 191043 h 2302883"/>
                <a:gd name="csX146" fmla="*/ 121539 w 2303054"/>
                <a:gd name="csY146" fmla="*/ 202161 h 2302883"/>
                <a:gd name="csX147" fmla="*/ 121539 w 2303054"/>
                <a:gd name="csY147" fmla="*/ 202161 h 2302883"/>
                <a:gd name="csX148" fmla="*/ 104728 w 2303054"/>
                <a:gd name="csY148" fmla="*/ 224064 h 2302883"/>
                <a:gd name="csX149" fmla="*/ 104728 w 2303054"/>
                <a:gd name="csY149" fmla="*/ 224064 h 2302883"/>
                <a:gd name="csX150" fmla="*/ 96473 w 2303054"/>
                <a:gd name="csY150" fmla="*/ 235482 h 2302883"/>
                <a:gd name="csX151" fmla="*/ 96473 w 2303054"/>
                <a:gd name="csY151" fmla="*/ 235482 h 2302883"/>
                <a:gd name="csX152" fmla="*/ 88852 w 2303054"/>
                <a:gd name="csY152" fmla="*/ 246909 h 2302883"/>
                <a:gd name="csX153" fmla="*/ 88852 w 2303054"/>
                <a:gd name="csY153" fmla="*/ 246909 h 2302883"/>
                <a:gd name="csX154" fmla="*/ 67592 w 2303054"/>
                <a:gd name="csY154" fmla="*/ 281817 h 2302883"/>
                <a:gd name="csX155" fmla="*/ 67592 w 2303054"/>
                <a:gd name="csY155" fmla="*/ 281817 h 2302883"/>
                <a:gd name="csX156" fmla="*/ 57751 w 2303054"/>
                <a:gd name="csY156" fmla="*/ 787714 h 2302883"/>
                <a:gd name="csX157" fmla="*/ 57751 w 2303054"/>
                <a:gd name="csY157" fmla="*/ 787714 h 2302883"/>
                <a:gd name="csX158" fmla="*/ 70138 w 2303054"/>
                <a:gd name="csY158" fmla="*/ 811203 h 2302883"/>
                <a:gd name="csX159" fmla="*/ 70138 w 2303054"/>
                <a:gd name="csY159" fmla="*/ 811203 h 2302883"/>
                <a:gd name="csX160" fmla="*/ 76799 w 2303054"/>
                <a:gd name="csY160" fmla="*/ 822630 h 2302883"/>
                <a:gd name="csX161" fmla="*/ 76799 w 2303054"/>
                <a:gd name="csY161" fmla="*/ 822630 h 2302883"/>
                <a:gd name="csX162" fmla="*/ 83785 w 2303054"/>
                <a:gd name="csY162" fmla="*/ 834049 h 2302883"/>
                <a:gd name="csX163" fmla="*/ 83785 w 2303054"/>
                <a:gd name="csY163" fmla="*/ 834049 h 2302883"/>
                <a:gd name="csX164" fmla="*/ 91081 w 2303054"/>
                <a:gd name="csY164" fmla="*/ 845476 h 2302883"/>
                <a:gd name="csX165" fmla="*/ 91081 w 2303054"/>
                <a:gd name="csY165" fmla="*/ 845476 h 2302883"/>
                <a:gd name="csX166" fmla="*/ 98702 w 2303054"/>
                <a:gd name="csY166" fmla="*/ 856269 h 2302883"/>
                <a:gd name="csX167" fmla="*/ 98702 w 2303054"/>
                <a:gd name="csY167" fmla="*/ 856269 h 2302883"/>
                <a:gd name="csX168" fmla="*/ 106640 w 2303054"/>
                <a:gd name="csY168" fmla="*/ 867378 h 2302883"/>
                <a:gd name="csX169" fmla="*/ 106640 w 2303054"/>
                <a:gd name="csY169" fmla="*/ 867378 h 2302883"/>
                <a:gd name="csX170" fmla="*/ 114578 w 2303054"/>
                <a:gd name="csY170" fmla="*/ 878171 h 2302883"/>
                <a:gd name="csX171" fmla="*/ 114578 w 2303054"/>
                <a:gd name="csY171" fmla="*/ 878171 h 2302883"/>
                <a:gd name="csX172" fmla="*/ 123133 w 2303054"/>
                <a:gd name="csY172" fmla="*/ 888647 h 2302883"/>
                <a:gd name="csX173" fmla="*/ 123133 w 2303054"/>
                <a:gd name="csY173" fmla="*/ 888647 h 2302883"/>
                <a:gd name="csX174" fmla="*/ 132023 w 2303054"/>
                <a:gd name="csY174" fmla="*/ 899122 h 2302883"/>
                <a:gd name="csX175" fmla="*/ 132023 w 2303054"/>
                <a:gd name="csY175" fmla="*/ 899122 h 2302883"/>
                <a:gd name="csX176" fmla="*/ 140913 w 2303054"/>
                <a:gd name="csY176" fmla="*/ 909272 h 2302883"/>
                <a:gd name="csX177" fmla="*/ 140913 w 2303054"/>
                <a:gd name="csY177" fmla="*/ 909272 h 2302883"/>
                <a:gd name="csX178" fmla="*/ 150119 w 2303054"/>
                <a:gd name="csY178" fmla="*/ 919431 h 2302883"/>
                <a:gd name="csX179" fmla="*/ 150119 w 2303054"/>
                <a:gd name="csY179" fmla="*/ 919431 h 2302883"/>
                <a:gd name="csX180" fmla="*/ 159944 w 2303054"/>
                <a:gd name="csY180" fmla="*/ 929272 h 2302883"/>
                <a:gd name="csX181" fmla="*/ 159944 w 2303054"/>
                <a:gd name="csY181" fmla="*/ 929272 h 2302883"/>
                <a:gd name="csX182" fmla="*/ 160261 w 2303054"/>
                <a:gd name="csY182" fmla="*/ 929589 h 2302883"/>
                <a:gd name="csX183" fmla="*/ 172314 w 2303054"/>
                <a:gd name="csY183" fmla="*/ 941325 h 2302883"/>
                <a:gd name="csX184" fmla="*/ 175811 w 2303054"/>
                <a:gd name="csY184" fmla="*/ 944814 h 2302883"/>
                <a:gd name="csX185" fmla="*/ 183415 w 2303054"/>
                <a:gd name="csY185" fmla="*/ 951475 h 2302883"/>
                <a:gd name="csX186" fmla="*/ 652194 w 2303054"/>
                <a:gd name="csY186" fmla="*/ 1151754 h 2302883"/>
                <a:gd name="csX187" fmla="*/ 652194 w 2303054"/>
                <a:gd name="csY187" fmla="*/ 1151754 h 2302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</a:cxnLst>
              <a:rect l="l" t="t" r="r" b="b"/>
              <a:pathLst>
                <a:path w="2303054" h="2302883">
                  <a:moveTo>
                    <a:pt x="652194" y="1151754"/>
                  </a:moveTo>
                  <a:cubicBezTo>
                    <a:pt x="746140" y="1190793"/>
                    <a:pt x="844518" y="1247603"/>
                    <a:pt x="947979" y="1348527"/>
                  </a:cubicBezTo>
                  <a:cubicBezTo>
                    <a:pt x="1053995" y="1455486"/>
                    <a:pt x="1112400" y="1557045"/>
                    <a:pt x="1152382" y="1653837"/>
                  </a:cubicBezTo>
                  <a:cubicBezTo>
                    <a:pt x="1215535" y="1821729"/>
                    <a:pt x="1223474" y="1976291"/>
                    <a:pt x="1351692" y="2119744"/>
                  </a:cubicBezTo>
                  <a:cubicBezTo>
                    <a:pt x="1353904" y="2122290"/>
                    <a:pt x="1356133" y="2124510"/>
                    <a:pt x="1358354" y="2127056"/>
                  </a:cubicBezTo>
                  <a:lnTo>
                    <a:pt x="1361534" y="2130537"/>
                  </a:lnTo>
                  <a:cubicBezTo>
                    <a:pt x="1365657" y="2134660"/>
                    <a:pt x="1369472" y="2138792"/>
                    <a:pt x="1373587" y="2142915"/>
                  </a:cubicBezTo>
                  <a:lnTo>
                    <a:pt x="1373904" y="2143224"/>
                  </a:lnTo>
                  <a:lnTo>
                    <a:pt x="1373904" y="2143224"/>
                  </a:lnTo>
                  <a:cubicBezTo>
                    <a:pt x="1377067" y="2146404"/>
                    <a:pt x="1380247" y="2149576"/>
                    <a:pt x="1383745" y="2152748"/>
                  </a:cubicBezTo>
                  <a:lnTo>
                    <a:pt x="1383745" y="2152748"/>
                  </a:lnTo>
                  <a:cubicBezTo>
                    <a:pt x="1386909" y="2155920"/>
                    <a:pt x="1390389" y="2159091"/>
                    <a:pt x="1393578" y="2162272"/>
                  </a:cubicBezTo>
                  <a:lnTo>
                    <a:pt x="1393578" y="2162272"/>
                  </a:lnTo>
                  <a:cubicBezTo>
                    <a:pt x="1397075" y="2165127"/>
                    <a:pt x="1400556" y="2168298"/>
                    <a:pt x="1404045" y="2171153"/>
                  </a:cubicBezTo>
                  <a:lnTo>
                    <a:pt x="1404045" y="2171153"/>
                  </a:lnTo>
                  <a:cubicBezTo>
                    <a:pt x="1407225" y="2174008"/>
                    <a:pt x="1410723" y="2177180"/>
                    <a:pt x="1414212" y="2180043"/>
                  </a:cubicBezTo>
                  <a:lnTo>
                    <a:pt x="1414212" y="2180043"/>
                  </a:lnTo>
                  <a:cubicBezTo>
                    <a:pt x="1417709" y="2182897"/>
                    <a:pt x="1421516" y="2185435"/>
                    <a:pt x="1424996" y="2188289"/>
                  </a:cubicBezTo>
                  <a:lnTo>
                    <a:pt x="1424996" y="2188289"/>
                  </a:lnTo>
                  <a:cubicBezTo>
                    <a:pt x="1428494" y="2191144"/>
                    <a:pt x="1431991" y="2193690"/>
                    <a:pt x="1435798" y="2196545"/>
                  </a:cubicBezTo>
                  <a:lnTo>
                    <a:pt x="1435798" y="2196545"/>
                  </a:lnTo>
                  <a:cubicBezTo>
                    <a:pt x="1439278" y="2199082"/>
                    <a:pt x="1443101" y="2201620"/>
                    <a:pt x="1446599" y="2204483"/>
                  </a:cubicBezTo>
                  <a:lnTo>
                    <a:pt x="1446599" y="2204483"/>
                  </a:lnTo>
                  <a:cubicBezTo>
                    <a:pt x="1450397" y="2207020"/>
                    <a:pt x="1453903" y="2209558"/>
                    <a:pt x="1457700" y="2211787"/>
                  </a:cubicBezTo>
                  <a:lnTo>
                    <a:pt x="1457700" y="2211787"/>
                  </a:lnTo>
                  <a:cubicBezTo>
                    <a:pt x="1461498" y="2214324"/>
                    <a:pt x="1465321" y="2216862"/>
                    <a:pt x="1468801" y="2219082"/>
                  </a:cubicBezTo>
                  <a:lnTo>
                    <a:pt x="1468801" y="2219082"/>
                  </a:lnTo>
                  <a:cubicBezTo>
                    <a:pt x="1472616" y="2221628"/>
                    <a:pt x="1476439" y="2223848"/>
                    <a:pt x="1480237" y="2226060"/>
                  </a:cubicBezTo>
                  <a:lnTo>
                    <a:pt x="1480237" y="2226060"/>
                  </a:lnTo>
                  <a:cubicBezTo>
                    <a:pt x="1484035" y="2228289"/>
                    <a:pt x="1487858" y="2230509"/>
                    <a:pt x="1491673" y="2232729"/>
                  </a:cubicBezTo>
                  <a:lnTo>
                    <a:pt x="1491673" y="2232729"/>
                  </a:lnTo>
                  <a:cubicBezTo>
                    <a:pt x="1499594" y="2237170"/>
                    <a:pt x="1507215" y="2241293"/>
                    <a:pt x="1515144" y="2245099"/>
                  </a:cubicBezTo>
                  <a:lnTo>
                    <a:pt x="1515144" y="2245099"/>
                  </a:lnTo>
                  <a:cubicBezTo>
                    <a:pt x="1672879" y="2324129"/>
                    <a:pt x="1862982" y="2323169"/>
                    <a:pt x="2021042" y="2235584"/>
                  </a:cubicBezTo>
                  <a:lnTo>
                    <a:pt x="2021042" y="2235584"/>
                  </a:lnTo>
                  <a:cubicBezTo>
                    <a:pt x="2033095" y="2228923"/>
                    <a:pt x="2044831" y="2221936"/>
                    <a:pt x="2056266" y="2214324"/>
                  </a:cubicBezTo>
                  <a:lnTo>
                    <a:pt x="2056266" y="2214324"/>
                  </a:lnTo>
                  <a:cubicBezTo>
                    <a:pt x="2060081" y="2211787"/>
                    <a:pt x="2063888" y="2209249"/>
                    <a:pt x="2067685" y="2206386"/>
                  </a:cubicBezTo>
                  <a:lnTo>
                    <a:pt x="2067685" y="2206386"/>
                  </a:lnTo>
                  <a:cubicBezTo>
                    <a:pt x="2071500" y="2203849"/>
                    <a:pt x="2075306" y="2201303"/>
                    <a:pt x="2078804" y="2198456"/>
                  </a:cubicBezTo>
                  <a:lnTo>
                    <a:pt x="2078804" y="2198456"/>
                  </a:lnTo>
                  <a:cubicBezTo>
                    <a:pt x="2086424" y="2193056"/>
                    <a:pt x="2093720" y="2187338"/>
                    <a:pt x="2101023" y="2181311"/>
                  </a:cubicBezTo>
                  <a:lnTo>
                    <a:pt x="2101023" y="2181311"/>
                  </a:lnTo>
                  <a:cubicBezTo>
                    <a:pt x="2104838" y="2178457"/>
                    <a:pt x="2108327" y="2175285"/>
                    <a:pt x="2111808" y="2172422"/>
                  </a:cubicBezTo>
                  <a:lnTo>
                    <a:pt x="2111808" y="2172422"/>
                  </a:lnTo>
                  <a:cubicBezTo>
                    <a:pt x="2119111" y="2166078"/>
                    <a:pt x="2126089" y="2159734"/>
                    <a:pt x="2133068" y="2153382"/>
                  </a:cubicBezTo>
                  <a:lnTo>
                    <a:pt x="2133068" y="2153382"/>
                  </a:lnTo>
                  <a:cubicBezTo>
                    <a:pt x="2136565" y="2149893"/>
                    <a:pt x="2139728" y="2146721"/>
                    <a:pt x="2143226" y="2143215"/>
                  </a:cubicBezTo>
                  <a:lnTo>
                    <a:pt x="2143226" y="2143215"/>
                  </a:lnTo>
                  <a:cubicBezTo>
                    <a:pt x="2146706" y="2139735"/>
                    <a:pt x="2149887" y="2136246"/>
                    <a:pt x="2153393" y="2132748"/>
                  </a:cubicBezTo>
                  <a:lnTo>
                    <a:pt x="2153393" y="2132748"/>
                  </a:lnTo>
                  <a:cubicBezTo>
                    <a:pt x="2160037" y="2126087"/>
                    <a:pt x="2166406" y="2118784"/>
                    <a:pt x="2172432" y="2111806"/>
                  </a:cubicBezTo>
                  <a:lnTo>
                    <a:pt x="2172432" y="2111806"/>
                  </a:lnTo>
                  <a:cubicBezTo>
                    <a:pt x="2175613" y="2108308"/>
                    <a:pt x="2178459" y="2104502"/>
                    <a:pt x="2181322" y="2101004"/>
                  </a:cubicBezTo>
                  <a:lnTo>
                    <a:pt x="2181322" y="2101004"/>
                  </a:lnTo>
                  <a:cubicBezTo>
                    <a:pt x="2187349" y="2093709"/>
                    <a:pt x="2193058" y="2086414"/>
                    <a:pt x="2198450" y="2078793"/>
                  </a:cubicBezTo>
                  <a:lnTo>
                    <a:pt x="2198450" y="2078793"/>
                  </a:lnTo>
                  <a:cubicBezTo>
                    <a:pt x="2201313" y="2074987"/>
                    <a:pt x="2203859" y="2071489"/>
                    <a:pt x="2206705" y="2067683"/>
                  </a:cubicBezTo>
                  <a:lnTo>
                    <a:pt x="2206705" y="2067683"/>
                  </a:lnTo>
                  <a:cubicBezTo>
                    <a:pt x="2209234" y="2063877"/>
                    <a:pt x="2211797" y="2060062"/>
                    <a:pt x="2214326" y="2056256"/>
                  </a:cubicBezTo>
                  <a:lnTo>
                    <a:pt x="2214326" y="2056256"/>
                  </a:lnTo>
                  <a:cubicBezTo>
                    <a:pt x="2221947" y="2044520"/>
                    <a:pt x="2228925" y="2033093"/>
                    <a:pt x="2235586" y="2021031"/>
                  </a:cubicBezTo>
                  <a:lnTo>
                    <a:pt x="2235586" y="2021031"/>
                  </a:lnTo>
                  <a:cubicBezTo>
                    <a:pt x="2323506" y="1862663"/>
                    <a:pt x="2324140" y="1672876"/>
                    <a:pt x="2245419" y="1515134"/>
                  </a:cubicBezTo>
                  <a:lnTo>
                    <a:pt x="2245419" y="1515134"/>
                  </a:lnTo>
                  <a:cubicBezTo>
                    <a:pt x="2241296" y="1507196"/>
                    <a:pt x="2237180" y="1499592"/>
                    <a:pt x="2232723" y="1491645"/>
                  </a:cubicBezTo>
                  <a:lnTo>
                    <a:pt x="2232723" y="1491645"/>
                  </a:lnTo>
                  <a:cubicBezTo>
                    <a:pt x="2230811" y="1487847"/>
                    <a:pt x="2228608" y="1484033"/>
                    <a:pt x="2226062" y="1480218"/>
                  </a:cubicBezTo>
                  <a:lnTo>
                    <a:pt x="2226062" y="1480218"/>
                  </a:lnTo>
                  <a:cubicBezTo>
                    <a:pt x="2223850" y="1476420"/>
                    <a:pt x="2221630" y="1472606"/>
                    <a:pt x="2219401" y="1468800"/>
                  </a:cubicBezTo>
                  <a:lnTo>
                    <a:pt x="2219401" y="1468800"/>
                  </a:lnTo>
                  <a:cubicBezTo>
                    <a:pt x="2216855" y="1464993"/>
                    <a:pt x="2214326" y="1461178"/>
                    <a:pt x="2212098" y="1457689"/>
                  </a:cubicBezTo>
                  <a:lnTo>
                    <a:pt x="2212098" y="1457689"/>
                  </a:lnTo>
                  <a:cubicBezTo>
                    <a:pt x="2209552" y="1453883"/>
                    <a:pt x="2207022" y="1450069"/>
                    <a:pt x="2204476" y="1446579"/>
                  </a:cubicBezTo>
                  <a:lnTo>
                    <a:pt x="2204476" y="1446579"/>
                  </a:lnTo>
                  <a:cubicBezTo>
                    <a:pt x="2201948" y="1442773"/>
                    <a:pt x="2199084" y="1439284"/>
                    <a:pt x="2196538" y="1435470"/>
                  </a:cubicBezTo>
                  <a:lnTo>
                    <a:pt x="2196538" y="1435470"/>
                  </a:lnTo>
                  <a:cubicBezTo>
                    <a:pt x="2194009" y="1431981"/>
                    <a:pt x="2191146" y="1428492"/>
                    <a:pt x="2188300" y="1424994"/>
                  </a:cubicBezTo>
                  <a:lnTo>
                    <a:pt x="2188300" y="1424994"/>
                  </a:lnTo>
                  <a:cubicBezTo>
                    <a:pt x="2185754" y="1421196"/>
                    <a:pt x="2182891" y="1417690"/>
                    <a:pt x="2180045" y="1414201"/>
                  </a:cubicBezTo>
                  <a:lnTo>
                    <a:pt x="2180045" y="1414201"/>
                  </a:lnTo>
                  <a:cubicBezTo>
                    <a:pt x="2177182" y="1410712"/>
                    <a:pt x="2174318" y="1407214"/>
                    <a:pt x="2171155" y="1403726"/>
                  </a:cubicBezTo>
                  <a:lnTo>
                    <a:pt x="2171155" y="1403726"/>
                  </a:lnTo>
                  <a:cubicBezTo>
                    <a:pt x="2168292" y="1400554"/>
                    <a:pt x="2165129" y="1397065"/>
                    <a:pt x="2162265" y="1393567"/>
                  </a:cubicBezTo>
                  <a:lnTo>
                    <a:pt x="2162265" y="1393567"/>
                  </a:lnTo>
                  <a:cubicBezTo>
                    <a:pt x="2159085" y="1390078"/>
                    <a:pt x="2155922" y="1386906"/>
                    <a:pt x="2152759" y="1383409"/>
                  </a:cubicBezTo>
                  <a:lnTo>
                    <a:pt x="2152759" y="1383409"/>
                  </a:lnTo>
                  <a:cubicBezTo>
                    <a:pt x="2149578" y="1380237"/>
                    <a:pt x="2146398" y="1377065"/>
                    <a:pt x="2143234" y="1373568"/>
                  </a:cubicBezTo>
                  <a:lnTo>
                    <a:pt x="2143234" y="1373568"/>
                  </a:lnTo>
                  <a:lnTo>
                    <a:pt x="2141323" y="1371664"/>
                  </a:lnTo>
                  <a:cubicBezTo>
                    <a:pt x="2140054" y="1370404"/>
                    <a:pt x="2138777" y="1369127"/>
                    <a:pt x="2137191" y="1367867"/>
                  </a:cubicBezTo>
                  <a:cubicBezTo>
                    <a:pt x="2135614" y="1366272"/>
                    <a:pt x="2133710" y="1364369"/>
                    <a:pt x="2132133" y="1362783"/>
                  </a:cubicBezTo>
                  <a:lnTo>
                    <a:pt x="2132133" y="1362783"/>
                  </a:lnTo>
                  <a:cubicBezTo>
                    <a:pt x="1985175" y="1223454"/>
                    <a:pt x="1826489" y="1217419"/>
                    <a:pt x="1653830" y="1152363"/>
                  </a:cubicBezTo>
                  <a:cubicBezTo>
                    <a:pt x="1557356" y="1112372"/>
                    <a:pt x="1456105" y="1054293"/>
                    <a:pt x="1349789" y="949246"/>
                  </a:cubicBezTo>
                  <a:cubicBezTo>
                    <a:pt x="1247905" y="845141"/>
                    <a:pt x="1191095" y="746129"/>
                    <a:pt x="1151748" y="651866"/>
                  </a:cubicBezTo>
                  <a:cubicBezTo>
                    <a:pt x="1087642" y="483022"/>
                    <a:pt x="1080656" y="327508"/>
                    <a:pt x="951485" y="183104"/>
                  </a:cubicBezTo>
                  <a:cubicBezTo>
                    <a:pt x="949256" y="180876"/>
                    <a:pt x="947045" y="178338"/>
                    <a:pt x="944825" y="175792"/>
                  </a:cubicBezTo>
                  <a:lnTo>
                    <a:pt x="941327" y="172312"/>
                  </a:lnTo>
                  <a:cubicBezTo>
                    <a:pt x="937529" y="168188"/>
                    <a:pt x="933723" y="164056"/>
                    <a:pt x="929591" y="159933"/>
                  </a:cubicBezTo>
                  <a:lnTo>
                    <a:pt x="929274" y="159624"/>
                  </a:lnTo>
                  <a:lnTo>
                    <a:pt x="929274" y="159624"/>
                  </a:lnTo>
                  <a:cubicBezTo>
                    <a:pt x="926094" y="156444"/>
                    <a:pt x="922930" y="153272"/>
                    <a:pt x="919450" y="150100"/>
                  </a:cubicBezTo>
                  <a:lnTo>
                    <a:pt x="919450" y="150100"/>
                  </a:lnTo>
                  <a:cubicBezTo>
                    <a:pt x="916270" y="146928"/>
                    <a:pt x="912772" y="143757"/>
                    <a:pt x="909609" y="140902"/>
                  </a:cubicBezTo>
                  <a:lnTo>
                    <a:pt x="909609" y="140902"/>
                  </a:lnTo>
                  <a:cubicBezTo>
                    <a:pt x="906111" y="137730"/>
                    <a:pt x="902622" y="134875"/>
                    <a:pt x="899142" y="131695"/>
                  </a:cubicBezTo>
                  <a:lnTo>
                    <a:pt x="899142" y="131695"/>
                  </a:lnTo>
                  <a:cubicBezTo>
                    <a:pt x="895644" y="128840"/>
                    <a:pt x="892146" y="125986"/>
                    <a:pt x="888658" y="123131"/>
                  </a:cubicBezTo>
                  <a:lnTo>
                    <a:pt x="888658" y="123131"/>
                  </a:lnTo>
                  <a:cubicBezTo>
                    <a:pt x="885177" y="120268"/>
                    <a:pt x="881679" y="117422"/>
                    <a:pt x="878173" y="114559"/>
                  </a:cubicBezTo>
                  <a:lnTo>
                    <a:pt x="878173" y="114559"/>
                  </a:lnTo>
                  <a:cubicBezTo>
                    <a:pt x="874693" y="112021"/>
                    <a:pt x="871187" y="109158"/>
                    <a:pt x="867389" y="106621"/>
                  </a:cubicBezTo>
                  <a:lnTo>
                    <a:pt x="867389" y="106621"/>
                  </a:lnTo>
                  <a:cubicBezTo>
                    <a:pt x="863909" y="103766"/>
                    <a:pt x="860085" y="101228"/>
                    <a:pt x="856588" y="98682"/>
                  </a:cubicBezTo>
                  <a:lnTo>
                    <a:pt x="856588" y="98682"/>
                  </a:lnTo>
                  <a:cubicBezTo>
                    <a:pt x="852790" y="96145"/>
                    <a:pt x="849301" y="93608"/>
                    <a:pt x="845486" y="91061"/>
                  </a:cubicBezTo>
                  <a:lnTo>
                    <a:pt x="845486" y="91061"/>
                  </a:lnTo>
                  <a:cubicBezTo>
                    <a:pt x="841672" y="88533"/>
                    <a:pt x="837866" y="86304"/>
                    <a:pt x="834051" y="83766"/>
                  </a:cubicBezTo>
                  <a:lnTo>
                    <a:pt x="834051" y="83766"/>
                  </a:lnTo>
                  <a:cubicBezTo>
                    <a:pt x="830570" y="81546"/>
                    <a:pt x="826764" y="79000"/>
                    <a:pt x="822950" y="76788"/>
                  </a:cubicBezTo>
                  <a:lnTo>
                    <a:pt x="822950" y="76788"/>
                  </a:lnTo>
                  <a:cubicBezTo>
                    <a:pt x="819135" y="74559"/>
                    <a:pt x="815328" y="72339"/>
                    <a:pt x="811196" y="70127"/>
                  </a:cubicBezTo>
                  <a:lnTo>
                    <a:pt x="811196" y="70127"/>
                  </a:lnTo>
                  <a:cubicBezTo>
                    <a:pt x="803592" y="65687"/>
                    <a:pt x="795655" y="61555"/>
                    <a:pt x="788042" y="57749"/>
                  </a:cubicBezTo>
                  <a:lnTo>
                    <a:pt x="788042" y="57749"/>
                  </a:lnTo>
                  <a:cubicBezTo>
                    <a:pt x="630308" y="-21281"/>
                    <a:pt x="440204" y="-20321"/>
                    <a:pt x="281827" y="67581"/>
                  </a:cubicBezTo>
                  <a:lnTo>
                    <a:pt x="281827" y="67581"/>
                  </a:lnTo>
                  <a:cubicBezTo>
                    <a:pt x="270092" y="73925"/>
                    <a:pt x="258339" y="81229"/>
                    <a:pt x="246920" y="88841"/>
                  </a:cubicBezTo>
                  <a:lnTo>
                    <a:pt x="246920" y="88841"/>
                  </a:lnTo>
                  <a:cubicBezTo>
                    <a:pt x="243106" y="91379"/>
                    <a:pt x="239299" y="93925"/>
                    <a:pt x="235502" y="96462"/>
                  </a:cubicBezTo>
                  <a:lnTo>
                    <a:pt x="235502" y="96462"/>
                  </a:lnTo>
                  <a:cubicBezTo>
                    <a:pt x="231687" y="99008"/>
                    <a:pt x="227863" y="101863"/>
                    <a:pt x="224066" y="104400"/>
                  </a:cubicBezTo>
                  <a:lnTo>
                    <a:pt x="224066" y="104400"/>
                  </a:lnTo>
                  <a:cubicBezTo>
                    <a:pt x="216762" y="110110"/>
                    <a:pt x="209467" y="115827"/>
                    <a:pt x="202163" y="121537"/>
                  </a:cubicBezTo>
                  <a:lnTo>
                    <a:pt x="202163" y="121537"/>
                  </a:lnTo>
                  <a:cubicBezTo>
                    <a:pt x="198365" y="124709"/>
                    <a:pt x="194868" y="127563"/>
                    <a:pt x="191379" y="130744"/>
                  </a:cubicBezTo>
                  <a:lnTo>
                    <a:pt x="191379" y="130744"/>
                  </a:lnTo>
                  <a:cubicBezTo>
                    <a:pt x="184058" y="136770"/>
                    <a:pt x="177097" y="143114"/>
                    <a:pt x="170102" y="149783"/>
                  </a:cubicBezTo>
                  <a:lnTo>
                    <a:pt x="170102" y="149783"/>
                  </a:lnTo>
                  <a:cubicBezTo>
                    <a:pt x="166621" y="152963"/>
                    <a:pt x="163133" y="156444"/>
                    <a:pt x="159952" y="159633"/>
                  </a:cubicBezTo>
                  <a:lnTo>
                    <a:pt x="159952" y="159633"/>
                  </a:lnTo>
                  <a:cubicBezTo>
                    <a:pt x="156472" y="163113"/>
                    <a:pt x="152974" y="166611"/>
                    <a:pt x="149802" y="170108"/>
                  </a:cubicBezTo>
                  <a:lnTo>
                    <a:pt x="149802" y="170108"/>
                  </a:lnTo>
                  <a:cubicBezTo>
                    <a:pt x="143142" y="177087"/>
                    <a:pt x="136789" y="184073"/>
                    <a:pt x="130746" y="191043"/>
                  </a:cubicBezTo>
                  <a:lnTo>
                    <a:pt x="130746" y="191043"/>
                  </a:lnTo>
                  <a:cubicBezTo>
                    <a:pt x="127582" y="194857"/>
                    <a:pt x="124719" y="198346"/>
                    <a:pt x="121539" y="202161"/>
                  </a:cubicBezTo>
                  <a:lnTo>
                    <a:pt x="121539" y="202161"/>
                  </a:lnTo>
                  <a:cubicBezTo>
                    <a:pt x="115847" y="209131"/>
                    <a:pt x="110120" y="216751"/>
                    <a:pt x="104728" y="224064"/>
                  </a:cubicBezTo>
                  <a:lnTo>
                    <a:pt x="104728" y="224064"/>
                  </a:lnTo>
                  <a:cubicBezTo>
                    <a:pt x="101882" y="227861"/>
                    <a:pt x="99002" y="231676"/>
                    <a:pt x="96473" y="235482"/>
                  </a:cubicBezTo>
                  <a:lnTo>
                    <a:pt x="96473" y="235482"/>
                  </a:lnTo>
                  <a:cubicBezTo>
                    <a:pt x="93944" y="239289"/>
                    <a:pt x="91398" y="243103"/>
                    <a:pt x="88852" y="246909"/>
                  </a:cubicBezTo>
                  <a:lnTo>
                    <a:pt x="88852" y="246909"/>
                  </a:lnTo>
                  <a:cubicBezTo>
                    <a:pt x="81231" y="258328"/>
                    <a:pt x="74253" y="270072"/>
                    <a:pt x="67592" y="281817"/>
                  </a:cubicBezTo>
                  <a:lnTo>
                    <a:pt x="67592" y="281817"/>
                  </a:lnTo>
                  <a:cubicBezTo>
                    <a:pt x="-20328" y="440194"/>
                    <a:pt x="-21279" y="629972"/>
                    <a:pt x="57751" y="787714"/>
                  </a:cubicBezTo>
                  <a:lnTo>
                    <a:pt x="57751" y="787714"/>
                  </a:lnTo>
                  <a:cubicBezTo>
                    <a:pt x="61883" y="795652"/>
                    <a:pt x="66023" y="803582"/>
                    <a:pt x="70138" y="811203"/>
                  </a:cubicBezTo>
                  <a:lnTo>
                    <a:pt x="70138" y="811203"/>
                  </a:lnTo>
                  <a:cubicBezTo>
                    <a:pt x="72350" y="815001"/>
                    <a:pt x="74579" y="818815"/>
                    <a:pt x="76799" y="822630"/>
                  </a:cubicBezTo>
                  <a:lnTo>
                    <a:pt x="76799" y="822630"/>
                  </a:lnTo>
                  <a:cubicBezTo>
                    <a:pt x="79345" y="826428"/>
                    <a:pt x="81557" y="830242"/>
                    <a:pt x="83785" y="834049"/>
                  </a:cubicBezTo>
                  <a:lnTo>
                    <a:pt x="83785" y="834049"/>
                  </a:lnTo>
                  <a:cubicBezTo>
                    <a:pt x="86314" y="837855"/>
                    <a:pt x="88543" y="841670"/>
                    <a:pt x="91081" y="845476"/>
                  </a:cubicBezTo>
                  <a:lnTo>
                    <a:pt x="91081" y="845476"/>
                  </a:lnTo>
                  <a:cubicBezTo>
                    <a:pt x="93609" y="848965"/>
                    <a:pt x="96156" y="852779"/>
                    <a:pt x="98702" y="856269"/>
                  </a:cubicBezTo>
                  <a:lnTo>
                    <a:pt x="98702" y="856269"/>
                  </a:lnTo>
                  <a:cubicBezTo>
                    <a:pt x="101230" y="860075"/>
                    <a:pt x="103776" y="863889"/>
                    <a:pt x="106640" y="867378"/>
                  </a:cubicBezTo>
                  <a:lnTo>
                    <a:pt x="106640" y="867378"/>
                  </a:lnTo>
                  <a:cubicBezTo>
                    <a:pt x="109169" y="870867"/>
                    <a:pt x="112032" y="874674"/>
                    <a:pt x="114578" y="878171"/>
                  </a:cubicBezTo>
                  <a:lnTo>
                    <a:pt x="114578" y="878171"/>
                  </a:lnTo>
                  <a:cubicBezTo>
                    <a:pt x="117424" y="881660"/>
                    <a:pt x="120287" y="885149"/>
                    <a:pt x="123133" y="888647"/>
                  </a:cubicBezTo>
                  <a:lnTo>
                    <a:pt x="123133" y="888647"/>
                  </a:lnTo>
                  <a:cubicBezTo>
                    <a:pt x="125997" y="892136"/>
                    <a:pt x="128843" y="895625"/>
                    <a:pt x="132023" y="899122"/>
                  </a:cubicBezTo>
                  <a:lnTo>
                    <a:pt x="132023" y="899122"/>
                  </a:lnTo>
                  <a:cubicBezTo>
                    <a:pt x="134869" y="902611"/>
                    <a:pt x="137749" y="906100"/>
                    <a:pt x="140913" y="909272"/>
                  </a:cubicBezTo>
                  <a:lnTo>
                    <a:pt x="140913" y="909272"/>
                  </a:lnTo>
                  <a:cubicBezTo>
                    <a:pt x="144076" y="912761"/>
                    <a:pt x="146939" y="915933"/>
                    <a:pt x="150119" y="919431"/>
                  </a:cubicBezTo>
                  <a:lnTo>
                    <a:pt x="150119" y="919431"/>
                  </a:lnTo>
                  <a:cubicBezTo>
                    <a:pt x="153283" y="922603"/>
                    <a:pt x="156463" y="926092"/>
                    <a:pt x="159944" y="929272"/>
                  </a:cubicBezTo>
                  <a:lnTo>
                    <a:pt x="159944" y="929272"/>
                  </a:lnTo>
                  <a:lnTo>
                    <a:pt x="160261" y="929589"/>
                  </a:lnTo>
                  <a:cubicBezTo>
                    <a:pt x="164075" y="933387"/>
                    <a:pt x="168199" y="937519"/>
                    <a:pt x="172314" y="941325"/>
                  </a:cubicBezTo>
                  <a:cubicBezTo>
                    <a:pt x="173600" y="942594"/>
                    <a:pt x="174860" y="943545"/>
                    <a:pt x="175811" y="944814"/>
                  </a:cubicBezTo>
                  <a:cubicBezTo>
                    <a:pt x="178357" y="947043"/>
                    <a:pt x="180886" y="949263"/>
                    <a:pt x="183415" y="951475"/>
                  </a:cubicBezTo>
                  <a:cubicBezTo>
                    <a:pt x="327519" y="1080345"/>
                    <a:pt x="483032" y="1087640"/>
                    <a:pt x="652194" y="1151754"/>
                  </a:cubicBezTo>
                  <a:lnTo>
                    <a:pt x="652194" y="1151754"/>
                  </a:lnTo>
                  <a:close/>
                </a:path>
              </a:pathLst>
            </a:custGeom>
            <a:solidFill>
              <a:srgbClr val="2F5597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1556411-839A-5B97-A3B7-FDF0DC8755A8}"/>
                </a:ext>
              </a:extLst>
            </p:cNvPr>
            <p:cNvSpPr/>
            <p:nvPr/>
          </p:nvSpPr>
          <p:spPr>
            <a:xfrm>
              <a:off x="13738711" y="1127434"/>
              <a:ext cx="943232" cy="943240"/>
            </a:xfrm>
            <a:custGeom>
              <a:avLst/>
              <a:gdLst>
                <a:gd name="csX0" fmla="*/ 471608 w 943232"/>
                <a:gd name="csY0" fmla="*/ 943241 h 943240"/>
                <a:gd name="csX1" fmla="*/ 943232 w 943232"/>
                <a:gd name="csY1" fmla="*/ 471625 h 943240"/>
                <a:gd name="csX2" fmla="*/ 471608 w 943232"/>
                <a:gd name="csY2" fmla="*/ 0 h 943240"/>
                <a:gd name="csX3" fmla="*/ 0 w 943232"/>
                <a:gd name="csY3" fmla="*/ 471625 h 943240"/>
                <a:gd name="csX4" fmla="*/ 471608 w 943232"/>
                <a:gd name="csY4" fmla="*/ 943241 h 943240"/>
                <a:gd name="csX5" fmla="*/ 471608 w 943232"/>
                <a:gd name="csY5" fmla="*/ 943241 h 9432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232" h="943240">
                  <a:moveTo>
                    <a:pt x="471608" y="943241"/>
                  </a:moveTo>
                  <a:cubicBezTo>
                    <a:pt x="731543" y="943241"/>
                    <a:pt x="943232" y="731552"/>
                    <a:pt x="943232" y="471625"/>
                  </a:cubicBezTo>
                  <a:cubicBezTo>
                    <a:pt x="943232" y="211689"/>
                    <a:pt x="731551" y="0"/>
                    <a:pt x="471608" y="0"/>
                  </a:cubicBezTo>
                  <a:cubicBezTo>
                    <a:pt x="211689" y="0"/>
                    <a:pt x="0" y="211681"/>
                    <a:pt x="0" y="471625"/>
                  </a:cubicBezTo>
                  <a:cubicBezTo>
                    <a:pt x="9" y="731552"/>
                    <a:pt x="211689" y="943241"/>
                    <a:pt x="471608" y="943241"/>
                  </a:cubicBezTo>
                  <a:lnTo>
                    <a:pt x="471608" y="943241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D835B17-ACBE-AEFB-53AB-5AA829D0F536}"/>
                </a:ext>
              </a:extLst>
            </p:cNvPr>
            <p:cNvSpPr/>
            <p:nvPr/>
          </p:nvSpPr>
          <p:spPr>
            <a:xfrm>
              <a:off x="14954575" y="2340125"/>
              <a:ext cx="943566" cy="943557"/>
            </a:xfrm>
            <a:custGeom>
              <a:avLst/>
              <a:gdLst>
                <a:gd name="csX0" fmla="*/ 0 w 943566"/>
                <a:gd name="csY0" fmla="*/ 471616 h 943557"/>
                <a:gd name="csX1" fmla="*/ 471625 w 943566"/>
                <a:gd name="csY1" fmla="*/ 0 h 943557"/>
                <a:gd name="csX2" fmla="*/ 943566 w 943566"/>
                <a:gd name="csY2" fmla="*/ 471616 h 943557"/>
                <a:gd name="csX3" fmla="*/ 471625 w 943566"/>
                <a:gd name="csY3" fmla="*/ 943558 h 943557"/>
                <a:gd name="csX4" fmla="*/ 0 w 943566"/>
                <a:gd name="csY4" fmla="*/ 471616 h 943557"/>
                <a:gd name="csX5" fmla="*/ 0 w 943566"/>
                <a:gd name="csY5" fmla="*/ 471616 h 943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3566" h="943557">
                  <a:moveTo>
                    <a:pt x="0" y="471616"/>
                  </a:moveTo>
                  <a:cubicBezTo>
                    <a:pt x="0" y="211372"/>
                    <a:pt x="211364" y="0"/>
                    <a:pt x="471625" y="0"/>
                  </a:cubicBezTo>
                  <a:cubicBezTo>
                    <a:pt x="732186" y="0"/>
                    <a:pt x="943566" y="211364"/>
                    <a:pt x="943566" y="471616"/>
                  </a:cubicBezTo>
                  <a:cubicBezTo>
                    <a:pt x="943566" y="732186"/>
                    <a:pt x="732186" y="943558"/>
                    <a:pt x="471625" y="943558"/>
                  </a:cubicBezTo>
                  <a:cubicBezTo>
                    <a:pt x="211364" y="943558"/>
                    <a:pt x="0" y="732186"/>
                    <a:pt x="0" y="471616"/>
                  </a:cubicBezTo>
                  <a:lnTo>
                    <a:pt x="0" y="471616"/>
                  </a:lnTo>
                  <a:close/>
                </a:path>
              </a:pathLst>
            </a:custGeom>
            <a:solidFill>
              <a:srgbClr val="FEFEFE"/>
            </a:solidFill>
            <a:ln w="857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4C48B0BE-E138-0602-7D02-4A605028897D}"/>
              </a:ext>
            </a:extLst>
          </p:cNvPr>
          <p:cNvSpPr txBox="1">
            <a:spLocks/>
          </p:cNvSpPr>
          <p:nvPr/>
        </p:nvSpPr>
        <p:spPr>
          <a:xfrm>
            <a:off x="4947593" y="3229560"/>
            <a:ext cx="2330830" cy="4271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spc="-150">
                <a:solidFill>
                  <a:schemeClr val="tx1">
                    <a:lumMod val="75000"/>
                    <a:lumOff val="25000"/>
                  </a:schemeClr>
                </a:solidFill>
                <a:latin typeface="Satoshi Medium" pitchFamily="50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ctr"/>
            <a:r>
              <a:rPr lang="en-GB" sz="2800" b="1" dirty="0">
                <a:solidFill>
                  <a:schemeClr val="bg1"/>
                </a:solidFill>
              </a:rPr>
              <a:t>PRAGATI AI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FAA159D9-F131-1B29-8856-98E871C83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4916" y="1254104"/>
            <a:ext cx="490459" cy="49045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2D83F1CA-A147-34A9-5F60-9E09BBFE4D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4432" y="2420120"/>
            <a:ext cx="437549" cy="43754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7ADC2228-BCCB-2A92-9DDE-1DF369BE2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7049" y="3940859"/>
            <a:ext cx="494932" cy="494932"/>
          </a:xfrm>
          <a:prstGeom prst="rect">
            <a:avLst/>
          </a:prstGeom>
        </p:spPr>
      </p:pic>
      <p:grpSp>
        <p:nvGrpSpPr>
          <p:cNvPr id="65" name="Graphic 17">
            <a:extLst>
              <a:ext uri="{FF2B5EF4-FFF2-40B4-BE49-F238E27FC236}">
                <a16:creationId xmlns:a16="http://schemas.microsoft.com/office/drawing/2014/main" id="{3E5953F0-F074-B2E7-819A-0D57AF3E940D}"/>
              </a:ext>
            </a:extLst>
          </p:cNvPr>
          <p:cNvGrpSpPr/>
          <p:nvPr/>
        </p:nvGrpSpPr>
        <p:grpSpPr>
          <a:xfrm>
            <a:off x="5012513" y="5041713"/>
            <a:ext cx="605726" cy="605725"/>
            <a:chOff x="7089363" y="5751013"/>
            <a:chExt cx="436979" cy="436978"/>
          </a:xfrm>
          <a:solidFill>
            <a:srgbClr val="2562E8"/>
          </a:solidFill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C3F742D-FE2A-C225-03DC-677C1FE078C2}"/>
                </a:ext>
              </a:extLst>
            </p:cNvPr>
            <p:cNvSpPr/>
            <p:nvPr/>
          </p:nvSpPr>
          <p:spPr>
            <a:xfrm>
              <a:off x="7089363" y="5751013"/>
              <a:ext cx="436979" cy="436978"/>
            </a:xfrm>
            <a:custGeom>
              <a:avLst/>
              <a:gdLst>
                <a:gd name="csX0" fmla="*/ 218490 w 436979"/>
                <a:gd name="csY0" fmla="*/ 0 h 436978"/>
                <a:gd name="csX1" fmla="*/ 0 w 436979"/>
                <a:gd name="csY1" fmla="*/ 218490 h 436978"/>
                <a:gd name="csX2" fmla="*/ 218490 w 436979"/>
                <a:gd name="csY2" fmla="*/ 436979 h 436978"/>
                <a:gd name="csX3" fmla="*/ 436979 w 436979"/>
                <a:gd name="csY3" fmla="*/ 218490 h 436978"/>
                <a:gd name="csX4" fmla="*/ 218490 w 436979"/>
                <a:gd name="csY4" fmla="*/ 0 h 436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6979" h="436978">
                  <a:moveTo>
                    <a:pt x="218490" y="0"/>
                  </a:moveTo>
                  <a:cubicBezTo>
                    <a:pt x="97815" y="0"/>
                    <a:pt x="0" y="97815"/>
                    <a:pt x="0" y="218490"/>
                  </a:cubicBezTo>
                  <a:cubicBezTo>
                    <a:pt x="0" y="339150"/>
                    <a:pt x="97815" y="436979"/>
                    <a:pt x="218490" y="436979"/>
                  </a:cubicBezTo>
                  <a:cubicBezTo>
                    <a:pt x="339164" y="436979"/>
                    <a:pt x="436979" y="339150"/>
                    <a:pt x="436979" y="218490"/>
                  </a:cubicBezTo>
                  <a:cubicBezTo>
                    <a:pt x="436979" y="97815"/>
                    <a:pt x="339164" y="0"/>
                    <a:pt x="218490" y="0"/>
                  </a:cubicBezTo>
                  <a:close/>
                </a:path>
              </a:pathLst>
            </a:custGeom>
            <a:solidFill>
              <a:srgbClr val="2562E8"/>
            </a:solidFill>
            <a:ln w="1339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EF44CE6-F1C3-1039-230B-20D3A553CA55}"/>
                </a:ext>
              </a:extLst>
            </p:cNvPr>
            <p:cNvSpPr/>
            <p:nvPr/>
          </p:nvSpPr>
          <p:spPr>
            <a:xfrm>
              <a:off x="7189622" y="5848910"/>
              <a:ext cx="236323" cy="241157"/>
            </a:xfrm>
            <a:custGeom>
              <a:avLst/>
              <a:gdLst>
                <a:gd name="csX0" fmla="*/ 233989 w 236323"/>
                <a:gd name="csY0" fmla="*/ 97979 h 241157"/>
                <a:gd name="csX1" fmla="*/ 236324 w 236323"/>
                <a:gd name="csY1" fmla="*/ 123296 h 241157"/>
                <a:gd name="csX2" fmla="*/ 120579 w 236323"/>
                <a:gd name="csY2" fmla="*/ 241158 h 241157"/>
                <a:gd name="csX3" fmla="*/ 0 w 236323"/>
                <a:gd name="csY3" fmla="*/ 120579 h 241157"/>
                <a:gd name="csX4" fmla="*/ 120579 w 236323"/>
                <a:gd name="csY4" fmla="*/ 0 h 241157"/>
                <a:gd name="csX5" fmla="*/ 201215 w 236323"/>
                <a:gd name="csY5" fmla="*/ 31422 h 241157"/>
                <a:gd name="csX6" fmla="*/ 167226 w 236323"/>
                <a:gd name="csY6" fmla="*/ 65410 h 241157"/>
                <a:gd name="csX7" fmla="*/ 167226 w 236323"/>
                <a:gd name="csY7" fmla="*/ 65328 h 241157"/>
                <a:gd name="csX8" fmla="*/ 120579 w 236323"/>
                <a:gd name="csY8" fmla="*/ 47084 h 241157"/>
                <a:gd name="csX9" fmla="*/ 48464 w 236323"/>
                <a:gd name="csY9" fmla="*/ 120483 h 241157"/>
                <a:gd name="csX10" fmla="*/ 120579 w 236323"/>
                <a:gd name="csY10" fmla="*/ 193964 h 241157"/>
                <a:gd name="csX11" fmla="*/ 186303 w 236323"/>
                <a:gd name="csY11" fmla="*/ 144981 h 241157"/>
                <a:gd name="csX12" fmla="*/ 120579 w 236323"/>
                <a:gd name="csY12" fmla="*/ 144981 h 241157"/>
                <a:gd name="csX13" fmla="*/ 120579 w 236323"/>
                <a:gd name="csY13" fmla="*/ 97952 h 2411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6323" h="241157">
                  <a:moveTo>
                    <a:pt x="233989" y="97979"/>
                  </a:moveTo>
                  <a:cubicBezTo>
                    <a:pt x="235504" y="106036"/>
                    <a:pt x="236324" y="114489"/>
                    <a:pt x="236324" y="123296"/>
                  </a:cubicBezTo>
                  <a:cubicBezTo>
                    <a:pt x="236324" y="192175"/>
                    <a:pt x="190209" y="241158"/>
                    <a:pt x="120579" y="241158"/>
                  </a:cubicBezTo>
                  <a:cubicBezTo>
                    <a:pt x="53967" y="241158"/>
                    <a:pt x="0" y="187191"/>
                    <a:pt x="0" y="120579"/>
                  </a:cubicBezTo>
                  <a:cubicBezTo>
                    <a:pt x="0" y="53967"/>
                    <a:pt x="53967" y="0"/>
                    <a:pt x="120579" y="0"/>
                  </a:cubicBezTo>
                  <a:cubicBezTo>
                    <a:pt x="153134" y="0"/>
                    <a:pt x="180336" y="11976"/>
                    <a:pt x="201215" y="31422"/>
                  </a:cubicBezTo>
                  <a:lnTo>
                    <a:pt x="167226" y="65410"/>
                  </a:lnTo>
                  <a:lnTo>
                    <a:pt x="167226" y="65328"/>
                  </a:lnTo>
                  <a:cubicBezTo>
                    <a:pt x="154568" y="53270"/>
                    <a:pt x="138522" y="47084"/>
                    <a:pt x="120579" y="47084"/>
                  </a:cubicBezTo>
                  <a:cubicBezTo>
                    <a:pt x="80787" y="47084"/>
                    <a:pt x="48464" y="80691"/>
                    <a:pt x="48464" y="120483"/>
                  </a:cubicBezTo>
                  <a:cubicBezTo>
                    <a:pt x="48464" y="160262"/>
                    <a:pt x="80800" y="193964"/>
                    <a:pt x="120579" y="193964"/>
                  </a:cubicBezTo>
                  <a:cubicBezTo>
                    <a:pt x="156684" y="193964"/>
                    <a:pt x="181237" y="173317"/>
                    <a:pt x="186303" y="144981"/>
                  </a:cubicBezTo>
                  <a:lnTo>
                    <a:pt x="120579" y="144981"/>
                  </a:lnTo>
                  <a:lnTo>
                    <a:pt x="120579" y="97952"/>
                  </a:lnTo>
                  <a:close/>
                </a:path>
              </a:pathLst>
            </a:custGeom>
            <a:solidFill>
              <a:schemeClr val="bg1"/>
            </a:solidFill>
            <a:ln w="1339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Content Placeholder 1">
            <a:extLst>
              <a:ext uri="{FF2B5EF4-FFF2-40B4-BE49-F238E27FC236}">
                <a16:creationId xmlns:a16="http://schemas.microsoft.com/office/drawing/2014/main" id="{15DFB51D-01D9-3B39-4140-4486F1028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33" y="4998133"/>
            <a:ext cx="3710796" cy="11123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50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UP ShaktiNET</a:t>
            </a:r>
            <a:br>
              <a:rPr lang="en-US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</a:br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Government-owned GPU cluster (H100/A100). Every agent runs on UP hardware — no data ever leaves Uttar Pradesh. Offline-capable, no foreign APIs.</a:t>
            </a:r>
            <a:endParaRPr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69" name="Content Placeholder 1">
            <a:extLst>
              <a:ext uri="{FF2B5EF4-FFF2-40B4-BE49-F238E27FC236}">
                <a16:creationId xmlns:a16="http://schemas.microsoft.com/office/drawing/2014/main" id="{663B24D2-70F9-BDCA-AA87-BD601D590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63" y="885209"/>
            <a:ext cx="3741266" cy="11295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500" dirty="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UP ki </a:t>
            </a:r>
            <a:r>
              <a:rPr lang="en-US" altLang="en-US" sz="1500" dirty="0" err="1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Awaaz</a:t>
            </a:r>
            <a:br>
              <a:rPr lang="en-US" altLang="en-US" sz="1500" dirty="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</a:br>
            <a:r>
              <a:rPr lang="en-US" altLang="en-US" sz="1500" dirty="0">
                <a:latin typeface="Inter Medium" panose="02000503000000020004" pitchFamily="2" charset="0"/>
                <a:ea typeface="Inter Medium" panose="02000503000000020004" pitchFamily="2" charset="0"/>
              </a:rPr>
              <a:t>UP’s own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sovereign Hindi/Awadhi/Bhojpuri voice AI on WhatsApp &amp; IVR. No app required. Accessible to every UP citizen on any mobile phone.</a:t>
            </a:r>
          </a:p>
        </p:txBody>
      </p:sp>
      <p:sp>
        <p:nvSpPr>
          <p:cNvPr id="70" name="Content Placeholder 1">
            <a:extLst>
              <a:ext uri="{FF2B5EF4-FFF2-40B4-BE49-F238E27FC236}">
                <a16:creationId xmlns:a16="http://schemas.microsoft.com/office/drawing/2014/main" id="{C059925E-37A0-64FE-78B3-3EFC3F547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35" y="2038132"/>
            <a:ext cx="2884513" cy="12790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50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UP AI OS</a:t>
            </a:r>
            <a:br>
              <a:rPr lang="en-US" altLang="en-US" sz="150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</a:br>
            <a:r>
              <a:rPr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64-agent sovereign AI operating system across 8 domains — citizen services, agriculture, education, law &amp; order, health, governance, and business.</a:t>
            </a:r>
          </a:p>
        </p:txBody>
      </p:sp>
      <p:sp>
        <p:nvSpPr>
          <p:cNvPr id="71" name="Content Placeholder 1">
            <a:extLst>
              <a:ext uri="{FF2B5EF4-FFF2-40B4-BE49-F238E27FC236}">
                <a16:creationId xmlns:a16="http://schemas.microsoft.com/office/drawing/2014/main" id="{0B5BA400-D593-CF7A-5E61-E3D084997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47" y="3557653"/>
            <a:ext cx="3002901" cy="11848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500" dirty="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AI Gurukul</a:t>
            </a:r>
            <a:br>
              <a:rPr lang="en-US" altLang="en-US" sz="1400" dirty="0">
                <a:solidFill>
                  <a:srgbClr val="2562E8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</a:b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AI-powered school </a:t>
            </a:r>
            <a:r>
              <a:rPr lang="en-US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programme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 across 50 schools (Phase 1) scaling to 25,000+. Student assessment, </a:t>
            </a:r>
            <a:r>
              <a:rPr lang="en-US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personalised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 remediation, AI literacy, and AI University. Making every student of UP a student of the future.</a:t>
            </a: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5400ADCD-803A-8372-8D75-BF9C9C2AA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0870" y="1248551"/>
            <a:ext cx="547212" cy="547212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477294F0-5917-9A03-F7A8-CA5AF9EF5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7557" y="2369450"/>
            <a:ext cx="553162" cy="55316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91161637-B007-AFF7-2766-8E285FA72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8625" y="4057490"/>
            <a:ext cx="351026" cy="351026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B4DA82C5-356A-CFF0-EC4F-A28793662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8251" y="5089617"/>
            <a:ext cx="492450" cy="49245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1AD4426-919E-3D0D-3E0D-A31585DF3803}"/>
              </a:ext>
            </a:extLst>
          </p:cNvPr>
          <p:cNvSpPr txBox="1"/>
          <p:nvPr/>
        </p:nvSpPr>
        <p:spPr>
          <a:xfrm>
            <a:off x="8004138" y="911852"/>
            <a:ext cx="3710796" cy="12985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en-US" sz="1500" dirty="0">
                <a:solidFill>
                  <a:srgbClr val="2562E8"/>
                </a:solidFill>
              </a:rPr>
              <a:t>Phase 1: PRARAMBH</a:t>
            </a:r>
            <a:br>
              <a:rPr lang="en-US" altLang="en-US" sz="1500" dirty="0">
                <a:solidFill>
                  <a:srgbClr val="2562E8"/>
                </a:solidFill>
              </a:rPr>
            </a:br>
            <a:r>
              <a:rPr lang="en-US" dirty="0"/>
              <a:t>Prove It (Months 1–22). </a:t>
            </a:r>
            <a:r>
              <a:rPr lang="en-US" dirty="0" err="1"/>
              <a:t>ShaktiNET</a:t>
            </a:r>
            <a:r>
              <a:rPr lang="en-US" dirty="0"/>
              <a:t> live by Month 11. 22 sovereign AI agents across 4 domains, UP ki </a:t>
            </a:r>
            <a:r>
              <a:rPr lang="en-US" dirty="0" err="1"/>
              <a:t>Awaaz</a:t>
            </a:r>
            <a:r>
              <a:rPr lang="en-US" dirty="0"/>
              <a:t> on WhatsApp and IVR, CV enforcement at 6 Lucknow locations, and 50 AI Gurukul schools — all on UP-owned hardware. Paid only on verified milestone delivery.</a:t>
            </a:r>
            <a:endParaRPr lang="en-US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888F63-D533-5566-8041-B6BF122B508F}"/>
              </a:ext>
            </a:extLst>
          </p:cNvPr>
          <p:cNvSpPr txBox="1"/>
          <p:nvPr/>
        </p:nvSpPr>
        <p:spPr>
          <a:xfrm>
            <a:off x="8575571" y="2352176"/>
            <a:ext cx="3710796" cy="9278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en-US" sz="1500" dirty="0">
                <a:solidFill>
                  <a:srgbClr val="2562E8"/>
                </a:solidFill>
              </a:rPr>
              <a:t>Phase 2: PALLAV</a:t>
            </a:r>
            <a:br>
              <a:rPr lang="en-US" altLang="en-US" sz="1500" dirty="0">
                <a:solidFill>
                  <a:srgbClr val="2562E8"/>
                </a:solidFill>
              </a:rPr>
            </a:br>
            <a:r>
              <a:rPr lang="en-US" altLang="en-US" dirty="0"/>
              <a:t>Expand It (Months 22–52). Full 64-agent library, 500 schools, AI University (1,000 students), 10 department ERP integrations. Every UP govt function has an AI agent.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A25D9D-9F2E-9379-BFE4-148A30924B8B}"/>
              </a:ext>
            </a:extLst>
          </p:cNvPr>
          <p:cNvSpPr txBox="1"/>
          <p:nvPr/>
        </p:nvSpPr>
        <p:spPr>
          <a:xfrm>
            <a:off x="8629649" y="3550048"/>
            <a:ext cx="3328074" cy="11508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en-US" sz="1500" dirty="0">
                <a:solidFill>
                  <a:srgbClr val="2562E8"/>
                </a:solidFill>
              </a:rPr>
              <a:t>Phase 3: PRATAP</a:t>
            </a:r>
            <a:br>
              <a:rPr lang="en-US" altLang="en-US" sz="1500" dirty="0">
                <a:solidFill>
                  <a:srgbClr val="2562E8"/>
                </a:solidFill>
              </a:rPr>
            </a:br>
            <a:r>
              <a:rPr lang="en-US" altLang="en-US" dirty="0"/>
              <a:t>Export It (Months 52–88). All 75 districts, 25,000 schools, 5,000 AI graduates/yr, inter-state licensing. UP earns ₹160–175 Cr/year. </a:t>
            </a:r>
            <a:r>
              <a:rPr lang="en-US" altLang="en-US" dirty="0" err="1"/>
              <a:t>Programme</a:t>
            </a:r>
            <a:r>
              <a:rPr lang="en-US" altLang="en-US" dirty="0"/>
              <a:t> becomes self-funding.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06F968-F055-C62F-4FEE-710015FD8F84}"/>
              </a:ext>
            </a:extLst>
          </p:cNvPr>
          <p:cNvSpPr txBox="1"/>
          <p:nvPr/>
        </p:nvSpPr>
        <p:spPr>
          <a:xfrm>
            <a:off x="8004138" y="4946910"/>
            <a:ext cx="3008423" cy="11508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en-US" sz="1500" dirty="0">
                <a:solidFill>
                  <a:srgbClr val="2562E8"/>
                </a:solidFill>
              </a:rPr>
              <a:t>Scale &amp; Impact</a:t>
            </a:r>
            <a:br>
              <a:rPr lang="en-US" altLang="en-US" sz="1500" dirty="0">
                <a:solidFill>
                  <a:srgbClr val="2562E8"/>
                </a:solidFill>
              </a:rPr>
            </a:br>
            <a:r>
              <a:rPr lang="en-US" altLang="en-US" dirty="0"/>
              <a:t>240M citizens • 17M farmers • 1.5L schools • 75 districts. Sovereign models: Sarvam-105B, </a:t>
            </a:r>
            <a:r>
              <a:rPr lang="en-US" altLang="en-US" dirty="0" err="1"/>
              <a:t>IndicWhisper</a:t>
            </a:r>
            <a:r>
              <a:rPr lang="en-US" altLang="en-US" dirty="0"/>
              <a:t>, Indic Parler TTS. No foreign cloud. Ever.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DE7BD2-3E30-D4A7-961A-E94450F18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703" y="237273"/>
            <a:ext cx="1613776" cy="29088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9460045-8991-23B2-8336-52941D874AB5}"/>
              </a:ext>
            </a:extLst>
          </p:cNvPr>
          <p:cNvSpPr txBox="1">
            <a:spLocks/>
          </p:cNvSpPr>
          <p:nvPr/>
        </p:nvSpPr>
        <p:spPr>
          <a:xfrm>
            <a:off x="790057" y="294261"/>
            <a:ext cx="5793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None/>
              <a:defRPr sz="2400">
                <a:solidFill>
                  <a:srgbClr val="2562E8"/>
                </a:solidFill>
                <a:latin typeface="Satoshi Medium" pitchFamily="50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/>
              <a:t>Pragati AI - UP’s Sovereign AI Programme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2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Advait Mahajan</dc:creator>
  <cp:lastModifiedBy>Advait Mahajan</cp:lastModifiedBy>
  <cp:revision>1</cp:revision>
  <dcterms:created xsi:type="dcterms:W3CDTF">2026-06-15T10:03:55Z</dcterms:created>
  <dcterms:modified xsi:type="dcterms:W3CDTF">2026-06-15T10:04:51Z</dcterms:modified>
</cp:coreProperties>
</file>