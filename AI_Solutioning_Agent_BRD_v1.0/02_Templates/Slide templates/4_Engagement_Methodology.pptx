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7165F-643C-416F-B38B-5DD51FACFAB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C012C-144A-45E5-822A-0D64398F39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034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B078-87E6-1BC9-B5BE-D2F71A962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D6A829-6AA8-DECD-5741-3F211F60D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6EB5A-EE66-B1A7-1CBF-C2DCD8D47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158A-7FD9-405E-BB58-4854D722968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05D23-1D3C-B998-5E25-BE5461CD7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0B82A-8165-B1D3-3F1A-C6ADCA52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BDFB-E285-4EF2-9DD4-D5AD4225D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116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FDE75-1902-B017-7495-3C64E2630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B6786-CE24-A58C-095F-0AEDD77E4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5A81E-215F-D76A-713E-45112EF6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158A-7FD9-405E-BB58-4854D722968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84170-D6E4-5BEC-E8A7-C43A18D5A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E7904-F576-99E3-7427-14DBCFD59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BDFB-E285-4EF2-9DD4-D5AD4225D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41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D63AE-1D04-A064-6850-9359266D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375E4-7C67-A018-BF37-73FDA09AF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3EBC0-6680-CBC6-98D6-B39B38E4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158A-7FD9-405E-BB58-4854D722968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41A51-558B-042B-F3E6-26275C025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8383B-B26E-5EE0-08DD-FC1C2E01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BDFB-E285-4EF2-9DD4-D5AD4225D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655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9AA41-29EB-2B11-CE91-DEBB31B09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ED8A0-AFE3-0112-F89D-16C5E8ADB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1DEEDA-EBF8-B0BF-5CBC-596715678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A23FE-5077-7B43-96EA-B5D4C309A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158A-7FD9-405E-BB58-4854D722968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1FE73-1841-BA35-E093-664BC1EE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E6E6C-4455-3B3B-4C76-75D2DDAF4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BDFB-E285-4EF2-9DD4-D5AD4225D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347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41AD-C1DA-925E-419E-1D2378885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F8B4F-32C1-A3ED-1850-0ED4B69B2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E86F3-0D4E-6B19-E43A-C4C87C323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3FC7E5-C91D-9928-CBC7-C2B216B8E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742ED1-DD6F-D735-C2B9-8E36F966DB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08CF6F-028C-8188-DD75-423EAA6A2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158A-7FD9-405E-BB58-4854D722968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B07886-1F16-5E5D-737C-61733970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0CC831-00A3-23A4-7111-A5D21BC53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BDFB-E285-4EF2-9DD4-D5AD4225D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128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9AC83-A35E-7324-03ED-87A528148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18B962-7BD8-ABB5-4A6C-565B0FE35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158A-7FD9-405E-BB58-4854D722968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DD1DFD-CA8A-E536-2793-4B88F4AC4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44BD9E-AA30-A9FA-00C2-8439D2B2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BDFB-E285-4EF2-9DD4-D5AD4225D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628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BF23E8-C4CE-1137-10FC-4DD64DECF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158A-7FD9-405E-BB58-4854D722968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B4D70F-51B4-FC2E-376E-19E219E7F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C93D8-07D8-4BF1-13CF-2F999EDE9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BDFB-E285-4EF2-9DD4-D5AD4225D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379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00136-53B4-5B5E-B3CE-537A6FF1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539D1-39C9-3348-2C4E-7E5420B76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166C9B-AC35-43E8-1FFF-16ECEE6D4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0B6D0-8718-62D1-2D90-8DA1FDACA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158A-7FD9-405E-BB58-4854D722968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4A446-071F-F08B-36AC-30C8F558E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EED3F-3289-A46B-C5AE-71D3C58C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BDFB-E285-4EF2-9DD4-D5AD4225D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702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2A2C8-2810-3CC0-533E-0B634996A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29504-999F-C329-98A4-68CDCD9BA9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D3E90-31B9-F75E-0E05-20CBAEF46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4080B-6966-1327-C438-8526C850C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158A-7FD9-405E-BB58-4854D722968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95100-EEAB-C283-88CF-43EF39BA4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B3A7F-6478-95DF-A229-7CAAFA41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BDFB-E285-4EF2-9DD4-D5AD4225D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19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2A1E-DA06-04B2-BA0B-13E6F33E8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394EF-5F49-D1FD-C448-B4217A72A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2AC13-8233-1ECB-0B33-72212F236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158A-7FD9-405E-BB58-4854D722968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137E0-2F16-F03D-FC52-F996B0E89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F4D78-6591-672F-56B0-6496927D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BDFB-E285-4EF2-9DD4-D5AD4225D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01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BD8214-2408-382F-8F08-18C4B55E37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B360B-525F-5F40-1B3D-8E608EA2C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7EB60-7758-8B94-BD34-33FCA3B30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B158A-7FD9-405E-BB58-4854D722968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EDD79-ADE0-B10E-C145-2CF7CE157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4645-BFC6-3372-7072-43D656849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4BDFB-E285-4EF2-9DD4-D5AD4225D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976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287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B8B5EC-362C-7E4E-05FF-11F12A30E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E0582-2C4B-D9E0-1533-2CF3EA15B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7F31F-6024-3247-AF4E-8A1BA3F91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B158A-7FD9-405E-BB58-4854D7229684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C97FA-FBF0-3849-C63A-4421ACEEC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98EE1-D0F3-9C40-7BE6-3C775632C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D4BDFB-E285-4EF2-9DD4-D5AD4225D4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266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65120" cy="6858000"/>
          </a:xfrm>
          <a:prstGeom prst="rect">
            <a:avLst/>
          </a:prstGeom>
          <a:solidFill>
            <a:srgbClr val="1246A8"/>
          </a:solidFill>
          <a:ln w="12700">
            <a:solidFill>
              <a:srgbClr val="1246A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170688" y="473456"/>
            <a:ext cx="2560320" cy="1950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</a:t>
            </a:r>
            <a:endParaRPr lang="en-US" sz="2667" dirty="0"/>
          </a:p>
          <a:p>
            <a:pPr algn="ctr"/>
            <a:r>
              <a:rPr lang="en-US" sz="26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endParaRPr lang="en-US" sz="2667" dirty="0"/>
          </a:p>
          <a:p>
            <a:pPr algn="ctr"/>
            <a:r>
              <a:rPr lang="en-US" sz="26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667" dirty="0"/>
          </a:p>
        </p:txBody>
      </p:sp>
      <p:sp>
        <p:nvSpPr>
          <p:cNvPr id="7" name="Shape 5"/>
          <p:cNvSpPr/>
          <p:nvPr/>
        </p:nvSpPr>
        <p:spPr>
          <a:xfrm>
            <a:off x="304800" y="5486400"/>
            <a:ext cx="121920" cy="1219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" name="Shape 6"/>
          <p:cNvSpPr/>
          <p:nvPr/>
        </p:nvSpPr>
        <p:spPr>
          <a:xfrm>
            <a:off x="670560" y="5486400"/>
            <a:ext cx="121920" cy="1219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" name="Shape 7"/>
          <p:cNvSpPr/>
          <p:nvPr/>
        </p:nvSpPr>
        <p:spPr>
          <a:xfrm>
            <a:off x="1036320" y="5486400"/>
            <a:ext cx="121920" cy="1219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Shape 8"/>
          <p:cNvSpPr/>
          <p:nvPr/>
        </p:nvSpPr>
        <p:spPr>
          <a:xfrm>
            <a:off x="1402080" y="5486400"/>
            <a:ext cx="121920" cy="1219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Shape 9"/>
          <p:cNvSpPr/>
          <p:nvPr/>
        </p:nvSpPr>
        <p:spPr>
          <a:xfrm>
            <a:off x="1767840" y="5486400"/>
            <a:ext cx="121920" cy="1219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2" name="Shape 10"/>
          <p:cNvSpPr/>
          <p:nvPr/>
        </p:nvSpPr>
        <p:spPr>
          <a:xfrm>
            <a:off x="304800" y="5852160"/>
            <a:ext cx="121920" cy="1219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3" name="Shape 11"/>
          <p:cNvSpPr/>
          <p:nvPr/>
        </p:nvSpPr>
        <p:spPr>
          <a:xfrm>
            <a:off x="670560" y="5852160"/>
            <a:ext cx="121920" cy="1219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Shape 12"/>
          <p:cNvSpPr/>
          <p:nvPr/>
        </p:nvSpPr>
        <p:spPr>
          <a:xfrm>
            <a:off x="1036320" y="5852160"/>
            <a:ext cx="121920" cy="1219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5" name="Shape 13"/>
          <p:cNvSpPr/>
          <p:nvPr/>
        </p:nvSpPr>
        <p:spPr>
          <a:xfrm>
            <a:off x="1402080" y="5852160"/>
            <a:ext cx="121920" cy="1219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6" name="Shape 14"/>
          <p:cNvSpPr/>
          <p:nvPr/>
        </p:nvSpPr>
        <p:spPr>
          <a:xfrm>
            <a:off x="1767840" y="5852160"/>
            <a:ext cx="121920" cy="1219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7" name="Shape 15"/>
          <p:cNvSpPr/>
          <p:nvPr/>
        </p:nvSpPr>
        <p:spPr>
          <a:xfrm>
            <a:off x="304800" y="6217920"/>
            <a:ext cx="121920" cy="1219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8" name="Shape 16"/>
          <p:cNvSpPr/>
          <p:nvPr/>
        </p:nvSpPr>
        <p:spPr>
          <a:xfrm>
            <a:off x="670560" y="6217920"/>
            <a:ext cx="121920" cy="1219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9" name="Shape 17"/>
          <p:cNvSpPr/>
          <p:nvPr/>
        </p:nvSpPr>
        <p:spPr>
          <a:xfrm>
            <a:off x="1036320" y="6217920"/>
            <a:ext cx="121920" cy="1219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0" name="Shape 18"/>
          <p:cNvSpPr/>
          <p:nvPr/>
        </p:nvSpPr>
        <p:spPr>
          <a:xfrm>
            <a:off x="1402080" y="6217920"/>
            <a:ext cx="121920" cy="1219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1" name="Shape 19"/>
          <p:cNvSpPr/>
          <p:nvPr/>
        </p:nvSpPr>
        <p:spPr>
          <a:xfrm>
            <a:off x="1767840" y="6217920"/>
            <a:ext cx="121920" cy="1219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3048000" y="243840"/>
            <a:ext cx="89001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A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Proven Four-Phase Delivery Model</a:t>
            </a:r>
            <a:endParaRPr lang="en-US" sz="2933" dirty="0"/>
          </a:p>
        </p:txBody>
      </p:sp>
      <p:sp>
        <p:nvSpPr>
          <p:cNvPr id="23" name="Shape 21"/>
          <p:cNvSpPr/>
          <p:nvPr/>
        </p:nvSpPr>
        <p:spPr>
          <a:xfrm>
            <a:off x="3048000" y="914400"/>
            <a:ext cx="8900160" cy="36576"/>
          </a:xfrm>
          <a:prstGeom prst="rect">
            <a:avLst/>
          </a:prstGeom>
          <a:solidFill>
            <a:srgbClr val="1A56C4">
              <a:alpha val="50000"/>
            </a:srgbClr>
          </a:solidFill>
          <a:ln w="12700">
            <a:solidFill>
              <a:srgbClr val="1A56C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4" name="Shape 22"/>
          <p:cNvSpPr/>
          <p:nvPr/>
        </p:nvSpPr>
        <p:spPr>
          <a:xfrm>
            <a:off x="5132832" y="3316224"/>
            <a:ext cx="170688" cy="170688"/>
          </a:xfrm>
          <a:prstGeom prst="rect">
            <a:avLst/>
          </a:prstGeom>
          <a:solidFill>
            <a:srgbClr val="1246A8"/>
          </a:solidFill>
          <a:ln w="12700">
            <a:solidFill>
              <a:srgbClr val="1246A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5" name="Text 23"/>
          <p:cNvSpPr/>
          <p:nvPr/>
        </p:nvSpPr>
        <p:spPr>
          <a:xfrm>
            <a:off x="5120640" y="3279648"/>
            <a:ext cx="19507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246A8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3316224"/>
            <a:ext cx="170688" cy="170688"/>
          </a:xfrm>
          <a:prstGeom prst="rect">
            <a:avLst/>
          </a:prstGeom>
          <a:solidFill>
            <a:srgbClr val="1246A8"/>
          </a:solidFill>
          <a:ln w="12700">
            <a:solidFill>
              <a:srgbClr val="1246A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7" name="Text 25"/>
          <p:cNvSpPr/>
          <p:nvPr/>
        </p:nvSpPr>
        <p:spPr>
          <a:xfrm>
            <a:off x="7339584" y="3279648"/>
            <a:ext cx="19507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246A8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70720" y="3316224"/>
            <a:ext cx="170688" cy="170688"/>
          </a:xfrm>
          <a:prstGeom prst="rect">
            <a:avLst/>
          </a:prstGeom>
          <a:solidFill>
            <a:srgbClr val="1246A8"/>
          </a:solidFill>
          <a:ln w="12700">
            <a:solidFill>
              <a:srgbClr val="1246A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9" name="Text 27"/>
          <p:cNvSpPr/>
          <p:nvPr/>
        </p:nvSpPr>
        <p:spPr>
          <a:xfrm>
            <a:off x="9558528" y="3279648"/>
            <a:ext cx="19507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246A8"/>
                </a:solidFill>
              </a:rPr>
              <a:t>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072384" y="1036320"/>
            <a:ext cx="2157984" cy="4730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31" name="Shape 29"/>
          <p:cNvSpPr/>
          <p:nvPr/>
        </p:nvSpPr>
        <p:spPr>
          <a:xfrm>
            <a:off x="3072384" y="1036320"/>
            <a:ext cx="2157984" cy="877824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2" name="Text 30"/>
          <p:cNvSpPr/>
          <p:nvPr/>
        </p:nvSpPr>
        <p:spPr>
          <a:xfrm>
            <a:off x="3169920" y="1109472"/>
            <a:ext cx="19629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69920" y="1341120"/>
            <a:ext cx="154838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467" dirty="0"/>
          </a:p>
        </p:txBody>
      </p:sp>
      <p:sp>
        <p:nvSpPr>
          <p:cNvPr id="34" name="Shape 32"/>
          <p:cNvSpPr/>
          <p:nvPr/>
        </p:nvSpPr>
        <p:spPr>
          <a:xfrm>
            <a:off x="3169920" y="1645920"/>
            <a:ext cx="1962912" cy="219456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5" name="Text 33"/>
          <p:cNvSpPr/>
          <p:nvPr/>
        </p:nvSpPr>
        <p:spPr>
          <a:xfrm>
            <a:off x="3182112" y="1658112"/>
            <a:ext cx="193852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0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536" y="1182624"/>
            <a:ext cx="390144" cy="390144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3194304" y="2011680"/>
            <a:ext cx="191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b="1" kern="0" spc="200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867" dirty="0"/>
          </a:p>
        </p:txBody>
      </p:sp>
      <p:sp>
        <p:nvSpPr>
          <p:cNvPr id="38" name="Shape 35"/>
          <p:cNvSpPr/>
          <p:nvPr/>
        </p:nvSpPr>
        <p:spPr>
          <a:xfrm>
            <a:off x="3182112" y="2365248"/>
            <a:ext cx="85344" cy="85344"/>
          </a:xfrm>
          <a:prstGeom prst="ellipse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9" name="Text 36"/>
          <p:cNvSpPr/>
          <p:nvPr/>
        </p:nvSpPr>
        <p:spPr>
          <a:xfrm>
            <a:off x="3340608" y="2218944"/>
            <a:ext cx="17922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mapping</a:t>
            </a:r>
            <a:endParaRPr lang="en-US" sz="1067" dirty="0"/>
          </a:p>
        </p:txBody>
      </p:sp>
      <p:sp>
        <p:nvSpPr>
          <p:cNvPr id="40" name="Shape 37"/>
          <p:cNvSpPr/>
          <p:nvPr/>
        </p:nvSpPr>
        <p:spPr>
          <a:xfrm>
            <a:off x="3169920" y="2801112"/>
            <a:ext cx="85344" cy="85344"/>
          </a:xfrm>
          <a:prstGeom prst="ellipse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1" name="Text 38"/>
          <p:cNvSpPr/>
          <p:nvPr/>
        </p:nvSpPr>
        <p:spPr>
          <a:xfrm>
            <a:off x="3340608" y="2657856"/>
            <a:ext cx="17922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 audit</a:t>
            </a:r>
            <a:endParaRPr lang="en-US" sz="1067" dirty="0"/>
          </a:p>
        </p:txBody>
      </p:sp>
      <p:sp>
        <p:nvSpPr>
          <p:cNvPr id="42" name="Shape 39"/>
          <p:cNvSpPr/>
          <p:nvPr/>
        </p:nvSpPr>
        <p:spPr>
          <a:xfrm>
            <a:off x="3163824" y="3230880"/>
            <a:ext cx="85344" cy="85344"/>
          </a:xfrm>
          <a:prstGeom prst="ellipse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3" name="Text 40"/>
          <p:cNvSpPr/>
          <p:nvPr/>
        </p:nvSpPr>
        <p:spPr>
          <a:xfrm>
            <a:off x="3340608" y="3096768"/>
            <a:ext cx="17922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</a:t>
            </a:r>
            <a:endParaRPr lang="en-US" sz="1067" dirty="0"/>
          </a:p>
        </p:txBody>
      </p:sp>
      <p:sp>
        <p:nvSpPr>
          <p:cNvPr id="44" name="Shape 41"/>
          <p:cNvSpPr/>
          <p:nvPr/>
        </p:nvSpPr>
        <p:spPr>
          <a:xfrm>
            <a:off x="3163824" y="3669792"/>
            <a:ext cx="85344" cy="85344"/>
          </a:xfrm>
          <a:prstGeom prst="ellipse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5" name="Text 42"/>
          <p:cNvSpPr/>
          <p:nvPr/>
        </p:nvSpPr>
        <p:spPr>
          <a:xfrm>
            <a:off x="3340608" y="3535680"/>
            <a:ext cx="17922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assessment</a:t>
            </a:r>
            <a:endParaRPr lang="en-US" sz="1067" dirty="0"/>
          </a:p>
        </p:txBody>
      </p:sp>
      <p:sp>
        <p:nvSpPr>
          <p:cNvPr id="46" name="Shape 43"/>
          <p:cNvSpPr/>
          <p:nvPr/>
        </p:nvSpPr>
        <p:spPr>
          <a:xfrm>
            <a:off x="3182112" y="4108704"/>
            <a:ext cx="85344" cy="85344"/>
          </a:xfrm>
          <a:prstGeom prst="ellipse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7" name="Text 44"/>
          <p:cNvSpPr/>
          <p:nvPr/>
        </p:nvSpPr>
        <p:spPr>
          <a:xfrm>
            <a:off x="3340608" y="3974592"/>
            <a:ext cx="17922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alignment</a:t>
            </a:r>
            <a:endParaRPr lang="en-US" sz="1067" dirty="0"/>
          </a:p>
        </p:txBody>
      </p:sp>
      <p:sp>
        <p:nvSpPr>
          <p:cNvPr id="48" name="Shape 45"/>
          <p:cNvSpPr/>
          <p:nvPr/>
        </p:nvSpPr>
        <p:spPr>
          <a:xfrm>
            <a:off x="3072384" y="4669536"/>
            <a:ext cx="2157984" cy="1097280"/>
          </a:xfrm>
          <a:prstGeom prst="rect">
            <a:avLst/>
          </a:prstGeom>
          <a:solidFill>
            <a:srgbClr val="D6E8FA"/>
          </a:solidFill>
          <a:ln w="12700">
            <a:solidFill>
              <a:srgbClr val="1A56C4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9" name="Shape 46"/>
          <p:cNvSpPr/>
          <p:nvPr/>
        </p:nvSpPr>
        <p:spPr>
          <a:xfrm>
            <a:off x="3072384" y="4669536"/>
            <a:ext cx="2157984" cy="48768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0" name="Text 47"/>
          <p:cNvSpPr/>
          <p:nvPr/>
        </p:nvSpPr>
        <p:spPr>
          <a:xfrm>
            <a:off x="3194304" y="469392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b="1" kern="0" spc="200" dirty="0">
                <a:solidFill>
                  <a:srgbClr val="1A5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67" dirty="0"/>
          </a:p>
        </p:txBody>
      </p:sp>
      <p:sp>
        <p:nvSpPr>
          <p:cNvPr id="51" name="Text 48"/>
          <p:cNvSpPr/>
          <p:nvPr/>
        </p:nvSpPr>
        <p:spPr>
          <a:xfrm>
            <a:off x="3194304" y="4937760"/>
            <a:ext cx="1975104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Landscape Report + Architecture Blueprint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5291328" y="1036320"/>
            <a:ext cx="2157984" cy="4730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53" name="Shape 50"/>
          <p:cNvSpPr/>
          <p:nvPr/>
        </p:nvSpPr>
        <p:spPr>
          <a:xfrm>
            <a:off x="5291328" y="1036320"/>
            <a:ext cx="2157984" cy="877824"/>
          </a:xfrm>
          <a:prstGeom prst="rect">
            <a:avLst/>
          </a:prstGeom>
          <a:solidFill>
            <a:srgbClr val="0E7DBF"/>
          </a:solidFill>
          <a:ln w="12700">
            <a:solidFill>
              <a:srgbClr val="0E7DBF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4" name="Text 51"/>
          <p:cNvSpPr/>
          <p:nvPr/>
        </p:nvSpPr>
        <p:spPr>
          <a:xfrm>
            <a:off x="5388864" y="1109472"/>
            <a:ext cx="19629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5388864" y="1341120"/>
            <a:ext cx="154838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Design</a:t>
            </a:r>
            <a:endParaRPr lang="en-US" sz="1467" dirty="0"/>
          </a:p>
        </p:txBody>
      </p:sp>
      <p:sp>
        <p:nvSpPr>
          <p:cNvPr id="56" name="Shape 53"/>
          <p:cNvSpPr/>
          <p:nvPr/>
        </p:nvSpPr>
        <p:spPr>
          <a:xfrm>
            <a:off x="5388864" y="1645920"/>
            <a:ext cx="1962912" cy="219456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7" name="Text 54"/>
          <p:cNvSpPr/>
          <p:nvPr/>
        </p:nvSpPr>
        <p:spPr>
          <a:xfrm>
            <a:off x="5401056" y="1658112"/>
            <a:ext cx="193852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000" dirty="0"/>
          </a:p>
        </p:txBody>
      </p:sp>
      <p:pic>
        <p:nvPicPr>
          <p:cNvPr id="5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480" y="1182624"/>
            <a:ext cx="390144" cy="390144"/>
          </a:xfrm>
          <a:prstGeom prst="rect">
            <a:avLst/>
          </a:prstGeom>
        </p:spPr>
      </p:pic>
      <p:sp>
        <p:nvSpPr>
          <p:cNvPr id="59" name="Text 55"/>
          <p:cNvSpPr/>
          <p:nvPr/>
        </p:nvSpPr>
        <p:spPr>
          <a:xfrm>
            <a:off x="5413248" y="2011680"/>
            <a:ext cx="191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b="1" kern="0" spc="200" dirty="0">
                <a:solidFill>
                  <a:srgbClr val="0E7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867" dirty="0"/>
          </a:p>
        </p:txBody>
      </p:sp>
      <p:sp>
        <p:nvSpPr>
          <p:cNvPr id="60" name="Shape 56"/>
          <p:cNvSpPr/>
          <p:nvPr/>
        </p:nvSpPr>
        <p:spPr>
          <a:xfrm>
            <a:off x="5413248" y="2365248"/>
            <a:ext cx="85344" cy="85344"/>
          </a:xfrm>
          <a:prstGeom prst="ellipse">
            <a:avLst/>
          </a:prstGeom>
          <a:solidFill>
            <a:srgbClr val="0E7DBF"/>
          </a:solidFill>
          <a:ln w="12700">
            <a:solidFill>
              <a:srgbClr val="0E7DBF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1" name="Text 57"/>
          <p:cNvSpPr/>
          <p:nvPr/>
        </p:nvSpPr>
        <p:spPr>
          <a:xfrm>
            <a:off x="5559552" y="2218944"/>
            <a:ext cx="17922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 design</a:t>
            </a:r>
            <a:endParaRPr lang="en-US" sz="1067" dirty="0"/>
          </a:p>
        </p:txBody>
      </p:sp>
      <p:sp>
        <p:nvSpPr>
          <p:cNvPr id="62" name="Shape 58"/>
          <p:cNvSpPr/>
          <p:nvPr/>
        </p:nvSpPr>
        <p:spPr>
          <a:xfrm>
            <a:off x="5394960" y="2806192"/>
            <a:ext cx="85344" cy="85344"/>
          </a:xfrm>
          <a:prstGeom prst="ellipse">
            <a:avLst/>
          </a:prstGeom>
          <a:solidFill>
            <a:srgbClr val="0E7DBF"/>
          </a:solidFill>
          <a:ln w="12700">
            <a:solidFill>
              <a:srgbClr val="0E7DBF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3" name="Text 59"/>
          <p:cNvSpPr/>
          <p:nvPr/>
        </p:nvSpPr>
        <p:spPr>
          <a:xfrm>
            <a:off x="5559552" y="2657856"/>
            <a:ext cx="17922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&amp; data model</a:t>
            </a:r>
            <a:endParaRPr lang="en-US" sz="1067" dirty="0"/>
          </a:p>
        </p:txBody>
      </p:sp>
      <p:sp>
        <p:nvSpPr>
          <p:cNvPr id="64" name="Shape 60"/>
          <p:cNvSpPr/>
          <p:nvPr/>
        </p:nvSpPr>
        <p:spPr>
          <a:xfrm>
            <a:off x="5413248" y="3251200"/>
            <a:ext cx="85344" cy="85344"/>
          </a:xfrm>
          <a:prstGeom prst="ellipse">
            <a:avLst/>
          </a:prstGeom>
          <a:solidFill>
            <a:srgbClr val="0E7DBF"/>
          </a:solidFill>
          <a:ln w="12700">
            <a:solidFill>
              <a:srgbClr val="0E7DBF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5" name="Text 61"/>
          <p:cNvSpPr/>
          <p:nvPr/>
        </p:nvSpPr>
        <p:spPr>
          <a:xfrm>
            <a:off x="5559552" y="3096768"/>
            <a:ext cx="17922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</a:t>
            </a:r>
            <a:endParaRPr lang="en-US" sz="1067" dirty="0"/>
          </a:p>
        </p:txBody>
      </p:sp>
      <p:sp>
        <p:nvSpPr>
          <p:cNvPr id="66" name="Shape 62"/>
          <p:cNvSpPr/>
          <p:nvPr/>
        </p:nvSpPr>
        <p:spPr>
          <a:xfrm>
            <a:off x="5392928" y="3675888"/>
            <a:ext cx="85344" cy="85344"/>
          </a:xfrm>
          <a:prstGeom prst="ellipse">
            <a:avLst/>
          </a:prstGeom>
          <a:solidFill>
            <a:srgbClr val="0E7DBF"/>
          </a:solidFill>
          <a:ln w="12700">
            <a:solidFill>
              <a:srgbClr val="0E7DBF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7" name="Text 63"/>
          <p:cNvSpPr/>
          <p:nvPr/>
        </p:nvSpPr>
        <p:spPr>
          <a:xfrm>
            <a:off x="5559552" y="3535680"/>
            <a:ext cx="17922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access design</a:t>
            </a:r>
            <a:endParaRPr lang="en-US" sz="1067" dirty="0"/>
          </a:p>
        </p:txBody>
      </p:sp>
      <p:sp>
        <p:nvSpPr>
          <p:cNvPr id="68" name="Shape 64"/>
          <p:cNvSpPr/>
          <p:nvPr/>
        </p:nvSpPr>
        <p:spPr>
          <a:xfrm>
            <a:off x="5291328" y="4669536"/>
            <a:ext cx="2157984" cy="1097280"/>
          </a:xfrm>
          <a:prstGeom prst="rect">
            <a:avLst/>
          </a:prstGeom>
          <a:solidFill>
            <a:srgbClr val="D0EBF9"/>
          </a:solidFill>
          <a:ln w="12700">
            <a:solidFill>
              <a:srgbClr val="0E7DBF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9" name="Shape 65"/>
          <p:cNvSpPr/>
          <p:nvPr/>
        </p:nvSpPr>
        <p:spPr>
          <a:xfrm>
            <a:off x="5291328" y="4669536"/>
            <a:ext cx="2157984" cy="48768"/>
          </a:xfrm>
          <a:prstGeom prst="rect">
            <a:avLst/>
          </a:prstGeom>
          <a:solidFill>
            <a:srgbClr val="0E7DBF"/>
          </a:solidFill>
          <a:ln w="12700">
            <a:solidFill>
              <a:srgbClr val="0E7DBF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0" name="Text 66"/>
          <p:cNvSpPr/>
          <p:nvPr/>
        </p:nvSpPr>
        <p:spPr>
          <a:xfrm>
            <a:off x="5413248" y="469392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b="1" kern="0" spc="200" dirty="0">
                <a:solidFill>
                  <a:srgbClr val="0E7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67" dirty="0"/>
          </a:p>
        </p:txBody>
      </p:sp>
      <p:sp>
        <p:nvSpPr>
          <p:cNvPr id="71" name="Text 67"/>
          <p:cNvSpPr/>
          <p:nvPr/>
        </p:nvSpPr>
        <p:spPr>
          <a:xfrm>
            <a:off x="5413248" y="4937760"/>
            <a:ext cx="1975104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 Document + Risk Assessment</a:t>
            </a:r>
            <a:endParaRPr lang="en-US" sz="1000" dirty="0"/>
          </a:p>
        </p:txBody>
      </p:sp>
      <p:sp>
        <p:nvSpPr>
          <p:cNvPr id="72" name="Shape 68"/>
          <p:cNvSpPr/>
          <p:nvPr/>
        </p:nvSpPr>
        <p:spPr>
          <a:xfrm>
            <a:off x="7510272" y="1036320"/>
            <a:ext cx="2157984" cy="4730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73" name="Shape 69"/>
          <p:cNvSpPr/>
          <p:nvPr/>
        </p:nvSpPr>
        <p:spPr>
          <a:xfrm>
            <a:off x="7510272" y="1036320"/>
            <a:ext cx="2157984" cy="877824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4" name="Text 70"/>
          <p:cNvSpPr/>
          <p:nvPr/>
        </p:nvSpPr>
        <p:spPr>
          <a:xfrm>
            <a:off x="7607808" y="1109472"/>
            <a:ext cx="19629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75" name="Text 71"/>
          <p:cNvSpPr/>
          <p:nvPr/>
        </p:nvSpPr>
        <p:spPr>
          <a:xfrm>
            <a:off x="7607808" y="1341120"/>
            <a:ext cx="154838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Integrate</a:t>
            </a:r>
            <a:endParaRPr lang="en-US" sz="1467" dirty="0"/>
          </a:p>
        </p:txBody>
      </p:sp>
      <p:sp>
        <p:nvSpPr>
          <p:cNvPr id="76" name="Shape 72"/>
          <p:cNvSpPr/>
          <p:nvPr/>
        </p:nvSpPr>
        <p:spPr>
          <a:xfrm>
            <a:off x="7607808" y="1645920"/>
            <a:ext cx="1962912" cy="219456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7" name="Text 73"/>
          <p:cNvSpPr/>
          <p:nvPr/>
        </p:nvSpPr>
        <p:spPr>
          <a:xfrm>
            <a:off x="7620000" y="1658112"/>
            <a:ext cx="193852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9–20</a:t>
            </a:r>
            <a:endParaRPr lang="en-US" sz="1000" dirty="0"/>
          </a:p>
        </p:txBody>
      </p:sp>
      <p:pic>
        <p:nvPicPr>
          <p:cNvPr id="7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7424" y="1182624"/>
            <a:ext cx="390144" cy="390144"/>
          </a:xfrm>
          <a:prstGeom prst="rect">
            <a:avLst/>
          </a:prstGeom>
        </p:spPr>
      </p:pic>
      <p:sp>
        <p:nvSpPr>
          <p:cNvPr id="79" name="Text 74"/>
          <p:cNvSpPr/>
          <p:nvPr/>
        </p:nvSpPr>
        <p:spPr>
          <a:xfrm>
            <a:off x="7632192" y="2011680"/>
            <a:ext cx="191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867" dirty="0"/>
          </a:p>
        </p:txBody>
      </p:sp>
      <p:sp>
        <p:nvSpPr>
          <p:cNvPr id="80" name="Shape 75"/>
          <p:cNvSpPr/>
          <p:nvPr/>
        </p:nvSpPr>
        <p:spPr>
          <a:xfrm>
            <a:off x="7620000" y="2365248"/>
            <a:ext cx="85344" cy="85344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1" name="Text 76"/>
          <p:cNvSpPr/>
          <p:nvPr/>
        </p:nvSpPr>
        <p:spPr>
          <a:xfrm>
            <a:off x="7778496" y="2218944"/>
            <a:ext cx="17922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development</a:t>
            </a:r>
            <a:endParaRPr lang="en-US" sz="1067" dirty="0"/>
          </a:p>
        </p:txBody>
      </p:sp>
      <p:sp>
        <p:nvSpPr>
          <p:cNvPr id="82" name="Shape 77"/>
          <p:cNvSpPr/>
          <p:nvPr/>
        </p:nvSpPr>
        <p:spPr>
          <a:xfrm>
            <a:off x="7607808" y="2806192"/>
            <a:ext cx="85344" cy="85344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3" name="Text 78"/>
          <p:cNvSpPr/>
          <p:nvPr/>
        </p:nvSpPr>
        <p:spPr>
          <a:xfrm>
            <a:off x="7778496" y="2657856"/>
            <a:ext cx="17922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provisioning</a:t>
            </a:r>
            <a:endParaRPr lang="en-US" sz="1067" dirty="0"/>
          </a:p>
        </p:txBody>
      </p:sp>
      <p:sp>
        <p:nvSpPr>
          <p:cNvPr id="84" name="Shape 79"/>
          <p:cNvSpPr/>
          <p:nvPr/>
        </p:nvSpPr>
        <p:spPr>
          <a:xfrm>
            <a:off x="7620000" y="3255264"/>
            <a:ext cx="85344" cy="85344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5" name="Text 80"/>
          <p:cNvSpPr/>
          <p:nvPr/>
        </p:nvSpPr>
        <p:spPr>
          <a:xfrm>
            <a:off x="7778496" y="3096768"/>
            <a:ext cx="17922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framework</a:t>
            </a:r>
            <a:endParaRPr lang="en-US" sz="1067" dirty="0"/>
          </a:p>
        </p:txBody>
      </p:sp>
      <p:sp>
        <p:nvSpPr>
          <p:cNvPr id="86" name="Shape 81"/>
          <p:cNvSpPr/>
          <p:nvPr/>
        </p:nvSpPr>
        <p:spPr>
          <a:xfrm>
            <a:off x="7622032" y="3702304"/>
            <a:ext cx="85344" cy="85344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7" name="Text 82"/>
          <p:cNvSpPr/>
          <p:nvPr/>
        </p:nvSpPr>
        <p:spPr>
          <a:xfrm>
            <a:off x="7778496" y="3535680"/>
            <a:ext cx="17922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layer setup · UAT</a:t>
            </a:r>
            <a:endParaRPr lang="en-US" sz="1067" dirty="0"/>
          </a:p>
        </p:txBody>
      </p:sp>
      <p:sp>
        <p:nvSpPr>
          <p:cNvPr id="88" name="Shape 83"/>
          <p:cNvSpPr/>
          <p:nvPr/>
        </p:nvSpPr>
        <p:spPr>
          <a:xfrm>
            <a:off x="7510272" y="4669536"/>
            <a:ext cx="2157984" cy="1097280"/>
          </a:xfrm>
          <a:prstGeom prst="rect">
            <a:avLst/>
          </a:prstGeom>
          <a:solidFill>
            <a:srgbClr val="CCF0EE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9" name="Shape 84"/>
          <p:cNvSpPr/>
          <p:nvPr/>
        </p:nvSpPr>
        <p:spPr>
          <a:xfrm>
            <a:off x="7510272" y="4669536"/>
            <a:ext cx="2157984" cy="48768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0" name="Text 85"/>
          <p:cNvSpPr/>
          <p:nvPr/>
        </p:nvSpPr>
        <p:spPr>
          <a:xfrm>
            <a:off x="7632192" y="469392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b="1" kern="0" spc="200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67" dirty="0"/>
          </a:p>
        </p:txBody>
      </p:sp>
      <p:sp>
        <p:nvSpPr>
          <p:cNvPr id="91" name="Text 86"/>
          <p:cNvSpPr/>
          <p:nvPr/>
        </p:nvSpPr>
        <p:spPr>
          <a:xfrm>
            <a:off x="7632192" y="4937760"/>
            <a:ext cx="1975104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system, tested and documented</a:t>
            </a:r>
            <a:endParaRPr lang="en-US" sz="1000" dirty="0"/>
          </a:p>
        </p:txBody>
      </p:sp>
      <p:sp>
        <p:nvSpPr>
          <p:cNvPr id="92" name="Shape 87"/>
          <p:cNvSpPr/>
          <p:nvPr/>
        </p:nvSpPr>
        <p:spPr>
          <a:xfrm>
            <a:off x="9729216" y="1036320"/>
            <a:ext cx="2157984" cy="4730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93" name="Shape 88"/>
          <p:cNvSpPr/>
          <p:nvPr/>
        </p:nvSpPr>
        <p:spPr>
          <a:xfrm>
            <a:off x="9729216" y="1036320"/>
            <a:ext cx="2157984" cy="877824"/>
          </a:xfrm>
          <a:prstGeom prst="rect">
            <a:avLst/>
          </a:prstGeom>
          <a:solidFill>
            <a:srgbClr val="1246A8"/>
          </a:solidFill>
          <a:ln w="12700">
            <a:solidFill>
              <a:srgbClr val="1246A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4" name="Text 89"/>
          <p:cNvSpPr/>
          <p:nvPr/>
        </p:nvSpPr>
        <p:spPr>
          <a:xfrm>
            <a:off x="9826752" y="1109472"/>
            <a:ext cx="19629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kern="0" spc="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95" name="Text 90"/>
          <p:cNvSpPr/>
          <p:nvPr/>
        </p:nvSpPr>
        <p:spPr>
          <a:xfrm>
            <a:off x="9826752" y="1341120"/>
            <a:ext cx="1548384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&amp; Sustain</a:t>
            </a:r>
            <a:endParaRPr lang="en-US" sz="1467" dirty="0"/>
          </a:p>
        </p:txBody>
      </p:sp>
      <p:sp>
        <p:nvSpPr>
          <p:cNvPr id="96" name="Shape 91"/>
          <p:cNvSpPr/>
          <p:nvPr/>
        </p:nvSpPr>
        <p:spPr>
          <a:xfrm>
            <a:off x="9826752" y="1645920"/>
            <a:ext cx="1962912" cy="219456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7" name="Text 92"/>
          <p:cNvSpPr/>
          <p:nvPr/>
        </p:nvSpPr>
        <p:spPr>
          <a:xfrm>
            <a:off x="9838944" y="1658112"/>
            <a:ext cx="1938528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6+</a:t>
            </a:r>
            <a:endParaRPr lang="en-US" sz="1000" dirty="0"/>
          </a:p>
        </p:txBody>
      </p:sp>
      <p:pic>
        <p:nvPicPr>
          <p:cNvPr id="9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6368" y="1182624"/>
            <a:ext cx="390144" cy="390144"/>
          </a:xfrm>
          <a:prstGeom prst="rect">
            <a:avLst/>
          </a:prstGeom>
        </p:spPr>
      </p:pic>
      <p:sp>
        <p:nvSpPr>
          <p:cNvPr id="99" name="Text 93"/>
          <p:cNvSpPr/>
          <p:nvPr/>
        </p:nvSpPr>
        <p:spPr>
          <a:xfrm>
            <a:off x="9851136" y="2011680"/>
            <a:ext cx="191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b="1" kern="0" spc="200" dirty="0">
                <a:solidFill>
                  <a:srgbClr val="124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867" dirty="0"/>
          </a:p>
        </p:txBody>
      </p:sp>
      <p:sp>
        <p:nvSpPr>
          <p:cNvPr id="100" name="Shape 94"/>
          <p:cNvSpPr/>
          <p:nvPr/>
        </p:nvSpPr>
        <p:spPr>
          <a:xfrm>
            <a:off x="9838944" y="2379472"/>
            <a:ext cx="85344" cy="85344"/>
          </a:xfrm>
          <a:prstGeom prst="ellipse">
            <a:avLst/>
          </a:prstGeom>
          <a:solidFill>
            <a:srgbClr val="1246A8"/>
          </a:solidFill>
          <a:ln w="12700">
            <a:solidFill>
              <a:srgbClr val="1246A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1" name="Text 95"/>
          <p:cNvSpPr/>
          <p:nvPr/>
        </p:nvSpPr>
        <p:spPr>
          <a:xfrm>
            <a:off x="9997440" y="2218944"/>
            <a:ext cx="17922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· Hypercare</a:t>
            </a:r>
            <a:endParaRPr lang="en-US" sz="1067" dirty="0"/>
          </a:p>
        </p:txBody>
      </p:sp>
      <p:sp>
        <p:nvSpPr>
          <p:cNvPr id="102" name="Shape 96"/>
          <p:cNvSpPr/>
          <p:nvPr/>
        </p:nvSpPr>
        <p:spPr>
          <a:xfrm>
            <a:off x="9826752" y="2801112"/>
            <a:ext cx="85344" cy="85344"/>
          </a:xfrm>
          <a:prstGeom prst="ellipse">
            <a:avLst/>
          </a:prstGeom>
          <a:solidFill>
            <a:srgbClr val="1246A8"/>
          </a:solidFill>
          <a:ln w="12700">
            <a:solidFill>
              <a:srgbClr val="1246A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3" name="Text 97"/>
          <p:cNvSpPr/>
          <p:nvPr/>
        </p:nvSpPr>
        <p:spPr>
          <a:xfrm>
            <a:off x="9997440" y="2657856"/>
            <a:ext cx="17922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support</a:t>
            </a:r>
            <a:endParaRPr lang="en-US" sz="1067" dirty="0"/>
          </a:p>
        </p:txBody>
      </p:sp>
      <p:sp>
        <p:nvSpPr>
          <p:cNvPr id="104" name="Shape 98"/>
          <p:cNvSpPr/>
          <p:nvPr/>
        </p:nvSpPr>
        <p:spPr>
          <a:xfrm>
            <a:off x="9826752" y="3255264"/>
            <a:ext cx="85344" cy="85344"/>
          </a:xfrm>
          <a:prstGeom prst="ellipse">
            <a:avLst/>
          </a:prstGeom>
          <a:solidFill>
            <a:srgbClr val="1246A8"/>
          </a:solidFill>
          <a:ln w="12700">
            <a:solidFill>
              <a:srgbClr val="1246A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5" name="Text 99"/>
          <p:cNvSpPr/>
          <p:nvPr/>
        </p:nvSpPr>
        <p:spPr>
          <a:xfrm>
            <a:off x="9997440" y="3096768"/>
            <a:ext cx="17922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 readiness</a:t>
            </a:r>
            <a:endParaRPr lang="en-US" sz="1067" dirty="0"/>
          </a:p>
        </p:txBody>
      </p:sp>
      <p:sp>
        <p:nvSpPr>
          <p:cNvPr id="106" name="Shape 100"/>
          <p:cNvSpPr/>
          <p:nvPr/>
        </p:nvSpPr>
        <p:spPr>
          <a:xfrm>
            <a:off x="9836912" y="3688080"/>
            <a:ext cx="85344" cy="85344"/>
          </a:xfrm>
          <a:prstGeom prst="ellipse">
            <a:avLst/>
          </a:prstGeom>
          <a:solidFill>
            <a:srgbClr val="1246A8"/>
          </a:solidFill>
          <a:ln w="12700">
            <a:solidFill>
              <a:srgbClr val="1246A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7" name="Text 101"/>
          <p:cNvSpPr/>
          <p:nvPr/>
        </p:nvSpPr>
        <p:spPr>
          <a:xfrm>
            <a:off x="9997440" y="3535680"/>
            <a:ext cx="179222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cycles</a:t>
            </a:r>
            <a:endParaRPr lang="en-US" sz="1067" dirty="0"/>
          </a:p>
        </p:txBody>
      </p:sp>
      <p:sp>
        <p:nvSpPr>
          <p:cNvPr id="108" name="Shape 102"/>
          <p:cNvSpPr/>
          <p:nvPr/>
        </p:nvSpPr>
        <p:spPr>
          <a:xfrm>
            <a:off x="9729216" y="4669536"/>
            <a:ext cx="2157984" cy="1097280"/>
          </a:xfrm>
          <a:prstGeom prst="rect">
            <a:avLst/>
          </a:prstGeom>
          <a:solidFill>
            <a:srgbClr val="D6E8FA"/>
          </a:solidFill>
          <a:ln w="12700">
            <a:solidFill>
              <a:srgbClr val="1246A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9" name="Shape 103"/>
          <p:cNvSpPr/>
          <p:nvPr/>
        </p:nvSpPr>
        <p:spPr>
          <a:xfrm>
            <a:off x="9729216" y="4669536"/>
            <a:ext cx="2157984" cy="48768"/>
          </a:xfrm>
          <a:prstGeom prst="rect">
            <a:avLst/>
          </a:prstGeom>
          <a:solidFill>
            <a:srgbClr val="1246A8"/>
          </a:solidFill>
          <a:ln w="12700">
            <a:solidFill>
              <a:srgbClr val="1246A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0" name="Text 104"/>
          <p:cNvSpPr/>
          <p:nvPr/>
        </p:nvSpPr>
        <p:spPr>
          <a:xfrm>
            <a:off x="9851136" y="469392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 b="1" kern="0" spc="200" dirty="0">
                <a:solidFill>
                  <a:srgbClr val="124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67" dirty="0"/>
          </a:p>
        </p:txBody>
      </p:sp>
      <p:sp>
        <p:nvSpPr>
          <p:cNvPr id="111" name="Text 105"/>
          <p:cNvSpPr/>
          <p:nvPr/>
        </p:nvSpPr>
        <p:spPr>
          <a:xfrm>
            <a:off x="9851136" y="4937760"/>
            <a:ext cx="1975104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+ runbooks + ongoing retainer</a:t>
            </a:r>
            <a:endParaRPr lang="en-US" sz="1000" dirty="0"/>
          </a:p>
        </p:txBody>
      </p:sp>
      <p:sp>
        <p:nvSpPr>
          <p:cNvPr id="112" name="Shape 106"/>
          <p:cNvSpPr/>
          <p:nvPr/>
        </p:nvSpPr>
        <p:spPr>
          <a:xfrm>
            <a:off x="3048000" y="5876544"/>
            <a:ext cx="8900160" cy="707136"/>
          </a:xfrm>
          <a:prstGeom prst="rect">
            <a:avLst/>
          </a:prstGeom>
          <a:solidFill>
            <a:srgbClr val="1246A8"/>
          </a:solidFill>
          <a:ln w="12700">
            <a:solidFill>
              <a:srgbClr val="1246A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3" name="Shape 107"/>
          <p:cNvSpPr/>
          <p:nvPr/>
        </p:nvSpPr>
        <p:spPr>
          <a:xfrm>
            <a:off x="3048000" y="5876544"/>
            <a:ext cx="85344" cy="707136"/>
          </a:xfrm>
          <a:prstGeom prst="rect">
            <a:avLst/>
          </a:prstGeom>
          <a:solidFill>
            <a:srgbClr val="E040A0"/>
          </a:solidFill>
          <a:ln w="12700">
            <a:solidFill>
              <a:srgbClr val="E040A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4" name="Text 108"/>
          <p:cNvSpPr/>
          <p:nvPr/>
        </p:nvSpPr>
        <p:spPr>
          <a:xfrm>
            <a:off x="3230880" y="5913120"/>
            <a:ext cx="8656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don’t hand over a blueprint and walk away. We own delivery through go-live and beyond.”</a:t>
            </a:r>
            <a:endParaRPr lang="en-US" sz="1467" dirty="0"/>
          </a:p>
        </p:txBody>
      </p:sp>
      <p:sp>
        <p:nvSpPr>
          <p:cNvPr id="115" name="Shape 109"/>
          <p:cNvSpPr/>
          <p:nvPr/>
        </p:nvSpPr>
        <p:spPr>
          <a:xfrm>
            <a:off x="0" y="6608064"/>
            <a:ext cx="12192000" cy="249936"/>
          </a:xfrm>
          <a:prstGeom prst="rect">
            <a:avLst/>
          </a:prstGeom>
          <a:solidFill>
            <a:srgbClr val="1246A8"/>
          </a:solidFill>
          <a:ln w="12700">
            <a:solidFill>
              <a:srgbClr val="1246A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6" name="Text 110"/>
          <p:cNvSpPr/>
          <p:nvPr/>
        </p:nvSpPr>
        <p:spPr>
          <a:xfrm>
            <a:off x="3048000" y="6632448"/>
            <a:ext cx="609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MindMap Digital  |  Confidential</a:t>
            </a:r>
            <a:endParaRPr lang="en-US" sz="1067" dirty="0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5B7B614A-B70A-FD86-4879-1685E9ABFC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3703" y="237273"/>
            <a:ext cx="1613776" cy="2908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Widescreen</PresentationFormat>
  <Paragraphs>51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Advait Mahajan</dc:creator>
  <cp:lastModifiedBy>Advait Mahajan</cp:lastModifiedBy>
  <cp:revision>1</cp:revision>
  <dcterms:created xsi:type="dcterms:W3CDTF">2026-06-15T11:56:54Z</dcterms:created>
  <dcterms:modified xsi:type="dcterms:W3CDTF">2026-06-15T11:57:50Z</dcterms:modified>
</cp:coreProperties>
</file>